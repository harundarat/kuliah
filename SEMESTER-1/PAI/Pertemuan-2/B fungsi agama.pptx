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63" r:id="rId2"/>
    <p:sldId id="264" r:id="rId3"/>
    <p:sldId id="265" r:id="rId4"/>
    <p:sldId id="266" r:id="rId5"/>
    <p:sldId id="267" r:id="rId6"/>
    <p:sldId id="268" r:id="rId7"/>
    <p:sldId id="270" r:id="rId8"/>
    <p:sldId id="269" r:id="rId9"/>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CC99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1838" autoAdjust="0"/>
    <p:restoredTop sz="94660"/>
  </p:normalViewPr>
  <p:slideViewPr>
    <p:cSldViewPr>
      <p:cViewPr>
        <p:scale>
          <a:sx n="60" d="100"/>
          <a:sy n="60" d="100"/>
        </p:scale>
        <p:origin x="-1752" y="-222"/>
      </p:cViewPr>
      <p:guideLst>
        <p:guide orient="horz" pos="216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7B74FFE6-2DE8-44B9-8037-900439275FC6}" type="datetimeFigureOut">
              <a:rPr lang="en-US" smtClean="0"/>
              <a:t>3/7/2020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7F88CF9-283D-44C4-A70A-68A517E7884F}" type="slidenum">
              <a:rPr lang="en-US" smtClean="0"/>
              <a:t>‹#›</a:t>
            </a:fld>
            <a:endParaRPr lang="en-US"/>
          </a:p>
        </p:txBody>
      </p:sp>
    </p:spTree>
    <p:extLst>
      <p:ext uri="{BB962C8B-B14F-4D97-AF65-F5344CB8AC3E}">
        <p14:creationId xmlns:p14="http://schemas.microsoft.com/office/powerpoint/2010/main" val="384784681"/>
      </p:ext>
    </p:extLst>
  </p:cSld>
  <p:clrMapOvr>
    <a:masterClrMapping/>
  </p:clrMapOvr>
  <mc:AlternateContent xmlns:mc="http://schemas.openxmlformats.org/markup-compatibility/2006" xmlns:p14="http://schemas.microsoft.com/office/powerpoint/2010/main">
    <mc:Choice Requires="p14">
      <p:transition spd="slow" p14:dur="3000">
        <p14:shred/>
      </p:transition>
    </mc:Choice>
    <mc:Fallback xmlns="">
      <p:transition spd="slow">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7B74FFE6-2DE8-44B9-8037-900439275FC6}" type="datetimeFigureOut">
              <a:rPr lang="en-US" smtClean="0"/>
              <a:t>3/7/2020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7F88CF9-283D-44C4-A70A-68A517E7884F}" type="slidenum">
              <a:rPr lang="en-US" smtClean="0"/>
              <a:t>‹#›</a:t>
            </a:fld>
            <a:endParaRPr lang="en-US"/>
          </a:p>
        </p:txBody>
      </p:sp>
    </p:spTree>
    <p:extLst>
      <p:ext uri="{BB962C8B-B14F-4D97-AF65-F5344CB8AC3E}">
        <p14:creationId xmlns:p14="http://schemas.microsoft.com/office/powerpoint/2010/main" val="2516056289"/>
      </p:ext>
    </p:extLst>
  </p:cSld>
  <p:clrMapOvr>
    <a:masterClrMapping/>
  </p:clrMapOvr>
  <mc:AlternateContent xmlns:mc="http://schemas.openxmlformats.org/markup-compatibility/2006" xmlns:p14="http://schemas.microsoft.com/office/powerpoint/2010/main">
    <mc:Choice Requires="p14">
      <p:transition spd="slow" p14:dur="3000">
        <p14:shred/>
      </p:transition>
    </mc:Choice>
    <mc:Fallback xmlns="">
      <p:transition spd="slow">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7B74FFE6-2DE8-44B9-8037-900439275FC6}" type="datetimeFigureOut">
              <a:rPr lang="en-US" smtClean="0"/>
              <a:t>3/7/2020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7F88CF9-283D-44C4-A70A-68A517E7884F}" type="slidenum">
              <a:rPr lang="en-US" smtClean="0"/>
              <a:t>‹#›</a:t>
            </a:fld>
            <a:endParaRPr lang="en-US"/>
          </a:p>
        </p:txBody>
      </p:sp>
    </p:spTree>
    <p:extLst>
      <p:ext uri="{BB962C8B-B14F-4D97-AF65-F5344CB8AC3E}">
        <p14:creationId xmlns:p14="http://schemas.microsoft.com/office/powerpoint/2010/main" val="1730896145"/>
      </p:ext>
    </p:extLst>
  </p:cSld>
  <p:clrMapOvr>
    <a:masterClrMapping/>
  </p:clrMapOvr>
  <mc:AlternateContent xmlns:mc="http://schemas.openxmlformats.org/markup-compatibility/2006" xmlns:p14="http://schemas.microsoft.com/office/powerpoint/2010/main">
    <mc:Choice Requires="p14">
      <p:transition spd="slow" p14:dur="3000">
        <p14:shred/>
      </p:transition>
    </mc:Choice>
    <mc:Fallback xmlns="">
      <p:transition spd="slow">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7B74FFE6-2DE8-44B9-8037-900439275FC6}" type="datetimeFigureOut">
              <a:rPr lang="en-US" smtClean="0"/>
              <a:t>3/7/2020</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7F88CF9-283D-44C4-A70A-68A517E7884F}" type="slidenum">
              <a:rPr lang="en-US" smtClean="0"/>
              <a:t>‹#›</a:t>
            </a:fld>
            <a:endParaRPr lang="en-US"/>
          </a:p>
        </p:txBody>
      </p:sp>
    </p:spTree>
    <p:extLst>
      <p:ext uri="{BB962C8B-B14F-4D97-AF65-F5344CB8AC3E}">
        <p14:creationId xmlns:p14="http://schemas.microsoft.com/office/powerpoint/2010/main" val="1855409618"/>
      </p:ext>
    </p:extLst>
  </p:cSld>
  <p:clrMapOvr>
    <a:masterClrMapping/>
  </p:clrMapOvr>
  <mc:AlternateContent xmlns:mc="http://schemas.openxmlformats.org/markup-compatibility/2006" xmlns:p14="http://schemas.microsoft.com/office/powerpoint/2010/main">
    <mc:Choice Requires="p14">
      <p:transition spd="slow" p14:dur="3000">
        <p14:shred/>
      </p:transition>
    </mc:Choice>
    <mc:Fallback xmlns="">
      <p:transition spd="slow">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7B74FFE6-2DE8-44B9-8037-900439275FC6}" type="datetimeFigureOut">
              <a:rPr lang="en-US" smtClean="0"/>
              <a:t>3/7/2020</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87F88CF9-283D-44C4-A70A-68A517E7884F}" type="slidenum">
              <a:rPr lang="en-US" smtClean="0"/>
              <a:t>‹#›</a:t>
            </a:fld>
            <a:endParaRPr lang="en-US"/>
          </a:p>
        </p:txBody>
      </p:sp>
    </p:spTree>
    <p:extLst>
      <p:ext uri="{BB962C8B-B14F-4D97-AF65-F5344CB8AC3E}">
        <p14:creationId xmlns:p14="http://schemas.microsoft.com/office/powerpoint/2010/main" val="2995032619"/>
      </p:ext>
    </p:extLst>
  </p:cSld>
  <p:clrMapOvr>
    <a:masterClrMapping/>
  </p:clrMapOvr>
  <mc:AlternateContent xmlns:mc="http://schemas.openxmlformats.org/markup-compatibility/2006" xmlns:p14="http://schemas.microsoft.com/office/powerpoint/2010/main">
    <mc:Choice Requires="p14">
      <p:transition spd="slow" p14:dur="3000">
        <p14:shred/>
      </p:transition>
    </mc:Choice>
    <mc:Fallback xmlns="">
      <p:transition spd="slow">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7B74FFE6-2DE8-44B9-8037-900439275FC6}" type="datetimeFigureOut">
              <a:rPr lang="en-US" smtClean="0"/>
              <a:t>3/7/2020</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87F88CF9-283D-44C4-A70A-68A517E7884F}" type="slidenum">
              <a:rPr lang="en-US" smtClean="0"/>
              <a:t>‹#›</a:t>
            </a:fld>
            <a:endParaRPr lang="en-US"/>
          </a:p>
        </p:txBody>
      </p:sp>
    </p:spTree>
    <p:extLst>
      <p:ext uri="{BB962C8B-B14F-4D97-AF65-F5344CB8AC3E}">
        <p14:creationId xmlns:p14="http://schemas.microsoft.com/office/powerpoint/2010/main" val="2964801660"/>
      </p:ext>
    </p:extLst>
  </p:cSld>
  <p:clrMapOvr>
    <a:masterClrMapping/>
  </p:clrMapOvr>
  <mc:AlternateContent xmlns:mc="http://schemas.openxmlformats.org/markup-compatibility/2006" xmlns:p14="http://schemas.microsoft.com/office/powerpoint/2010/main">
    <mc:Choice Requires="p14">
      <p:transition spd="slow" p14:dur="3000">
        <p14:shred/>
      </p:transition>
    </mc:Choice>
    <mc:Fallback xmlns="">
      <p:transition spd="slow">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7B74FFE6-2DE8-44B9-8037-900439275FC6}" type="datetimeFigureOut">
              <a:rPr lang="en-US" smtClean="0"/>
              <a:t>3/7/2020</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87F88CF9-283D-44C4-A70A-68A517E7884F}" type="slidenum">
              <a:rPr lang="en-US" smtClean="0"/>
              <a:t>‹#›</a:t>
            </a:fld>
            <a:endParaRPr lang="en-US"/>
          </a:p>
        </p:txBody>
      </p:sp>
    </p:spTree>
    <p:extLst>
      <p:ext uri="{BB962C8B-B14F-4D97-AF65-F5344CB8AC3E}">
        <p14:creationId xmlns:p14="http://schemas.microsoft.com/office/powerpoint/2010/main" val="2614142616"/>
      </p:ext>
    </p:extLst>
  </p:cSld>
  <p:clrMapOvr>
    <a:masterClrMapping/>
  </p:clrMapOvr>
  <mc:AlternateContent xmlns:mc="http://schemas.openxmlformats.org/markup-compatibility/2006" xmlns:p14="http://schemas.microsoft.com/office/powerpoint/2010/main">
    <mc:Choice Requires="p14">
      <p:transition spd="slow" p14:dur="3000">
        <p14:shred/>
      </p:transition>
    </mc:Choice>
    <mc:Fallback xmlns="">
      <p:transition spd="slow">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7B74FFE6-2DE8-44B9-8037-900439275FC6}" type="datetimeFigureOut">
              <a:rPr lang="en-US" smtClean="0"/>
              <a:t>3/7/2020</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7F88CF9-283D-44C4-A70A-68A517E7884F}" type="slidenum">
              <a:rPr lang="en-US" smtClean="0"/>
              <a:t>‹#›</a:t>
            </a:fld>
            <a:endParaRPr lang="en-US"/>
          </a:p>
        </p:txBody>
      </p:sp>
    </p:spTree>
    <p:extLst>
      <p:ext uri="{BB962C8B-B14F-4D97-AF65-F5344CB8AC3E}">
        <p14:creationId xmlns:p14="http://schemas.microsoft.com/office/powerpoint/2010/main" val="2314771744"/>
      </p:ext>
    </p:extLst>
  </p:cSld>
  <p:clrMapOvr>
    <a:masterClrMapping/>
  </p:clrMapOvr>
  <mc:AlternateContent xmlns:mc="http://schemas.openxmlformats.org/markup-compatibility/2006" xmlns:p14="http://schemas.microsoft.com/office/powerpoint/2010/main">
    <mc:Choice Requires="p14">
      <p:transition spd="slow" p14:dur="3000">
        <p14:shred/>
      </p:transition>
    </mc:Choice>
    <mc:Fallback xmlns="">
      <p:transition spd="slow">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7B74FFE6-2DE8-44B9-8037-900439275FC6}" type="datetimeFigureOut">
              <a:rPr lang="en-US" smtClean="0"/>
              <a:t>3/7/2020</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7F88CF9-283D-44C4-A70A-68A517E7884F}" type="slidenum">
              <a:rPr lang="en-US" smtClean="0"/>
              <a:t>‹#›</a:t>
            </a:fld>
            <a:endParaRPr lang="en-US"/>
          </a:p>
        </p:txBody>
      </p:sp>
    </p:spTree>
    <p:extLst>
      <p:ext uri="{BB962C8B-B14F-4D97-AF65-F5344CB8AC3E}">
        <p14:creationId xmlns:p14="http://schemas.microsoft.com/office/powerpoint/2010/main" val="1353921896"/>
      </p:ext>
    </p:extLst>
  </p:cSld>
  <p:clrMapOvr>
    <a:masterClrMapping/>
  </p:clrMapOvr>
  <mc:AlternateContent xmlns:mc="http://schemas.openxmlformats.org/markup-compatibility/2006" xmlns:p14="http://schemas.microsoft.com/office/powerpoint/2010/main">
    <mc:Choice Requires="p14">
      <p:transition spd="slow" p14:dur="3000">
        <p14:shred/>
      </p:transition>
    </mc:Choice>
    <mc:Fallback xmlns="">
      <p:transition spd="slow">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7B74FFE6-2DE8-44B9-8037-900439275FC6}" type="datetimeFigureOut">
              <a:rPr lang="en-US" smtClean="0"/>
              <a:t>3/7/2020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7F88CF9-283D-44C4-A70A-68A517E7884F}" type="slidenum">
              <a:rPr lang="en-US" smtClean="0"/>
              <a:t>‹#›</a:t>
            </a:fld>
            <a:endParaRPr lang="en-US"/>
          </a:p>
        </p:txBody>
      </p:sp>
    </p:spTree>
    <p:extLst>
      <p:ext uri="{BB962C8B-B14F-4D97-AF65-F5344CB8AC3E}">
        <p14:creationId xmlns:p14="http://schemas.microsoft.com/office/powerpoint/2010/main" val="3492970198"/>
      </p:ext>
    </p:extLst>
  </p:cSld>
  <p:clrMapOvr>
    <a:masterClrMapping/>
  </p:clrMapOvr>
  <mc:AlternateContent xmlns:mc="http://schemas.openxmlformats.org/markup-compatibility/2006" xmlns:p14="http://schemas.microsoft.com/office/powerpoint/2010/main">
    <mc:Choice Requires="p14">
      <p:transition spd="slow" p14:dur="3000">
        <p14:shred/>
      </p:transition>
    </mc:Choice>
    <mc:Fallback xmlns="">
      <p:transition spd="slow">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7B74FFE6-2DE8-44B9-8037-900439275FC6}" type="datetimeFigureOut">
              <a:rPr lang="en-US" smtClean="0"/>
              <a:t>3/7/2020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7F88CF9-283D-44C4-A70A-68A517E7884F}" type="slidenum">
              <a:rPr lang="en-US" smtClean="0"/>
              <a:t>‹#›</a:t>
            </a:fld>
            <a:endParaRPr lang="en-US"/>
          </a:p>
        </p:txBody>
      </p:sp>
    </p:spTree>
    <p:extLst>
      <p:ext uri="{BB962C8B-B14F-4D97-AF65-F5344CB8AC3E}">
        <p14:creationId xmlns:p14="http://schemas.microsoft.com/office/powerpoint/2010/main" val="1986948143"/>
      </p:ext>
    </p:extLst>
  </p:cSld>
  <p:clrMapOvr>
    <a:masterClrMapping/>
  </p:clrMapOvr>
  <mc:AlternateContent xmlns:mc="http://schemas.openxmlformats.org/markup-compatibility/2006" xmlns:p14="http://schemas.microsoft.com/office/powerpoint/2010/main">
    <mc:Choice Requires="p14">
      <p:transition spd="slow" p14:dur="3000">
        <p14:shred/>
      </p:transition>
    </mc:Choice>
    <mc:Fallback xmlns="">
      <p:transition spd="slow">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7B74FFE6-2DE8-44B9-8037-900439275FC6}" type="datetimeFigureOut">
              <a:rPr lang="en-US" smtClean="0"/>
              <a:t>3/7/2020</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7F88CF9-283D-44C4-A70A-68A517E7884F}" type="slidenum">
              <a:rPr lang="en-US" smtClean="0"/>
              <a:t>‹#›</a:t>
            </a:fld>
            <a:endParaRPr lang="en-US"/>
          </a:p>
        </p:txBody>
      </p:sp>
    </p:spTree>
    <p:extLst>
      <p:ext uri="{BB962C8B-B14F-4D97-AF65-F5344CB8AC3E}">
        <p14:creationId xmlns:p14="http://schemas.microsoft.com/office/powerpoint/2010/main" val="373016734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mc:AlternateContent xmlns:mc="http://schemas.openxmlformats.org/markup-compatibility/2006" xmlns:p14="http://schemas.microsoft.com/office/powerpoint/2010/main">
    <mc:Choice Requires="p14">
      <p:transition spd="slow" p14:dur="3000">
        <p14:shred/>
      </p:transition>
    </mc:Choice>
    <mc:Fallback xmlns="">
      <p:transition spd="slow">
        <p:fade/>
      </p:transition>
    </mc:Fallback>
  </mc:AlternateConten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endParaRPr lang="en-US" dirty="0"/>
          </a:p>
        </p:txBody>
      </p:sp>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328" y="0"/>
            <a:ext cx="9152327" cy="6858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 name="Rectangle 3"/>
          <p:cNvSpPr/>
          <p:nvPr/>
        </p:nvSpPr>
        <p:spPr>
          <a:xfrm>
            <a:off x="0" y="0"/>
            <a:ext cx="9143999" cy="5201424"/>
          </a:xfrm>
          <a:prstGeom prst="rect">
            <a:avLst/>
          </a:prstGeom>
        </p:spPr>
        <p:txBody>
          <a:bodyPr wrap="square">
            <a:spAutoFit/>
          </a:bodyPr>
          <a:lstStyle/>
          <a:p>
            <a:pPr algn="ctr"/>
            <a:r>
              <a:rPr lang="ar-SA" sz="16600" dirty="0">
                <a:solidFill>
                  <a:srgbClr val="00B050"/>
                </a:solidFill>
                <a:latin typeface="Urdu Typesetting" pitchFamily="66" charset="-78"/>
                <a:cs typeface="Urdu Typesetting" pitchFamily="66" charset="-78"/>
              </a:rPr>
              <a:t>موقف الإسلام للحياة</a:t>
            </a:r>
            <a:endParaRPr lang="en-US" sz="16600" dirty="0">
              <a:solidFill>
                <a:srgbClr val="00B050"/>
              </a:solidFill>
              <a:latin typeface="Urdu Typesetting" pitchFamily="66" charset="-78"/>
              <a:cs typeface="Urdu Typesetting" pitchFamily="66" charset="-78"/>
            </a:endParaRPr>
          </a:p>
        </p:txBody>
      </p:sp>
      <p:sp>
        <p:nvSpPr>
          <p:cNvPr id="5" name="Rectangle 4"/>
          <p:cNvSpPr/>
          <p:nvPr/>
        </p:nvSpPr>
        <p:spPr>
          <a:xfrm rot="10800000" flipV="1">
            <a:off x="0" y="5552662"/>
            <a:ext cx="6324600" cy="923330"/>
          </a:xfrm>
          <a:prstGeom prst="rect">
            <a:avLst/>
          </a:prstGeom>
        </p:spPr>
        <p:txBody>
          <a:bodyPr wrap="square">
            <a:spAutoFit/>
          </a:bodyPr>
          <a:lstStyle/>
          <a:p>
            <a:r>
              <a:rPr lang="ar-SA" sz="5400" dirty="0">
                <a:solidFill>
                  <a:schemeClr val="bg1"/>
                </a:solidFill>
                <a:latin typeface="Andalus" pitchFamily="18" charset="-78"/>
                <a:cs typeface="Andalus" pitchFamily="18" charset="-78"/>
              </a:rPr>
              <a:t>صادق خالدى</a:t>
            </a:r>
          </a:p>
        </p:txBody>
      </p:sp>
    </p:spTree>
    <p:extLst>
      <p:ext uri="{BB962C8B-B14F-4D97-AF65-F5344CB8AC3E}">
        <p14:creationId xmlns:p14="http://schemas.microsoft.com/office/powerpoint/2010/main" val="3678552045"/>
      </p:ext>
    </p:extLst>
  </p:cSld>
  <p:clrMapOvr>
    <a:masterClrMapping/>
  </p:clrMapOvr>
  <mc:AlternateContent xmlns:mc="http://schemas.openxmlformats.org/markup-compatibility/2006" xmlns:p14="http://schemas.microsoft.com/office/powerpoint/2010/main">
    <mc:Choice Requires="p14">
      <p:transition spd="slow" p14:dur="3000">
        <p14:shred/>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1" presetClass="entr" presetSubtype="0" fill="hold" nodeType="clickEffect">
                                  <p:stCondLst>
                                    <p:cond delay="0"/>
                                  </p:stCondLst>
                                  <p:iterate type="lt">
                                    <p:tmPct val="10000"/>
                                  </p:iterate>
                                  <p:childTnLst>
                                    <p:set>
                                      <p:cBhvr>
                                        <p:cTn id="6" dur="1" fill="hold">
                                          <p:stCondLst>
                                            <p:cond delay="0"/>
                                          </p:stCondLst>
                                        </p:cTn>
                                        <p:tgtEl>
                                          <p:spTgt spid="4">
                                            <p:txEl>
                                              <p:pRg st="0" end="0"/>
                                            </p:txEl>
                                          </p:spTgt>
                                        </p:tgtEl>
                                        <p:attrNameLst>
                                          <p:attrName>style.visibility</p:attrName>
                                        </p:attrNameLst>
                                      </p:cBhvr>
                                      <p:to>
                                        <p:strVal val="visible"/>
                                      </p:to>
                                    </p:set>
                                    <p:anim calcmode="lin" valueType="num">
                                      <p:cBhvr>
                                        <p:cTn id="7" dur="500" fill="hold"/>
                                        <p:tgtEl>
                                          <p:spTgt spid="4">
                                            <p:txEl>
                                              <p:pRg st="0" end="0"/>
                                            </p:txEl>
                                          </p:spTgt>
                                        </p:tgtEl>
                                        <p:attrNameLst>
                                          <p:attrName>ppt_x</p:attrName>
                                        </p:attrNameLst>
                                      </p:cBhvr>
                                      <p:tavLst>
                                        <p:tav tm="0">
                                          <p:val>
                                            <p:strVal val="#ppt_x"/>
                                          </p:val>
                                        </p:tav>
                                        <p:tav tm="50000">
                                          <p:val>
                                            <p:strVal val="#ppt_x+.1"/>
                                          </p:val>
                                        </p:tav>
                                        <p:tav tm="100000">
                                          <p:val>
                                            <p:strVal val="#ppt_x"/>
                                          </p:val>
                                        </p:tav>
                                      </p:tavLst>
                                    </p:anim>
                                    <p:anim calcmode="lin" valueType="num">
                                      <p:cBhvr>
                                        <p:cTn id="8" dur="500" fill="hold"/>
                                        <p:tgtEl>
                                          <p:spTgt spid="4">
                                            <p:txEl>
                                              <p:pRg st="0" end="0"/>
                                            </p:txEl>
                                          </p:spTgt>
                                        </p:tgtEl>
                                        <p:attrNameLst>
                                          <p:attrName>ppt_y</p:attrName>
                                        </p:attrNameLst>
                                      </p:cBhvr>
                                      <p:tavLst>
                                        <p:tav tm="0">
                                          <p:val>
                                            <p:strVal val="#ppt_y"/>
                                          </p:val>
                                        </p:tav>
                                        <p:tav tm="100000">
                                          <p:val>
                                            <p:strVal val="#ppt_y"/>
                                          </p:val>
                                        </p:tav>
                                      </p:tavLst>
                                    </p:anim>
                                    <p:anim calcmode="lin" valueType="num">
                                      <p:cBhvr>
                                        <p:cTn id="9" dur="500" fill="hold"/>
                                        <p:tgtEl>
                                          <p:spTgt spid="4">
                                            <p:txEl>
                                              <p:pRg st="0" end="0"/>
                                            </p:txEl>
                                          </p:spTgt>
                                        </p:tgtEl>
                                        <p:attrNameLst>
                                          <p:attrName>ppt_h</p:attrName>
                                        </p:attrNameLst>
                                      </p:cBhvr>
                                      <p:tavLst>
                                        <p:tav tm="0">
                                          <p:val>
                                            <p:strVal val="#ppt_h/10"/>
                                          </p:val>
                                        </p:tav>
                                        <p:tav tm="50000">
                                          <p:val>
                                            <p:strVal val="#ppt_h+.01"/>
                                          </p:val>
                                        </p:tav>
                                        <p:tav tm="100000">
                                          <p:val>
                                            <p:strVal val="#ppt_h"/>
                                          </p:val>
                                        </p:tav>
                                      </p:tavLst>
                                    </p:anim>
                                    <p:anim calcmode="lin" valueType="num">
                                      <p:cBhvr>
                                        <p:cTn id="10" dur="500" fill="hold"/>
                                        <p:tgtEl>
                                          <p:spTgt spid="4">
                                            <p:txEl>
                                              <p:pRg st="0" end="0"/>
                                            </p:txEl>
                                          </p:spTgt>
                                        </p:tgtEl>
                                        <p:attrNameLst>
                                          <p:attrName>ppt_w</p:attrName>
                                        </p:attrNameLst>
                                      </p:cBhvr>
                                      <p:tavLst>
                                        <p:tav tm="0">
                                          <p:val>
                                            <p:strVal val="#ppt_w/10"/>
                                          </p:val>
                                        </p:tav>
                                        <p:tav tm="50000">
                                          <p:val>
                                            <p:strVal val="#ppt_w+.01"/>
                                          </p:val>
                                        </p:tav>
                                        <p:tav tm="100000">
                                          <p:val>
                                            <p:strVal val="#ppt_w"/>
                                          </p:val>
                                        </p:tav>
                                      </p:tavLst>
                                    </p:anim>
                                    <p:animEffect transition="in" filter="fade">
                                      <p:cBhvr>
                                        <p:cTn id="11" dur="500" tmFilter="0,0; .5, 1; 1, 1"/>
                                        <p:tgtEl>
                                          <p:spTgt spid="4">
                                            <p:txEl>
                                              <p:pRg st="0" end="0"/>
                                            </p:txEl>
                                          </p:spTgt>
                                        </p:tgtEl>
                                      </p:cBhvr>
                                    </p:animEffect>
                                  </p:childTnLst>
                                </p:cTn>
                              </p:par>
                            </p:childTnLst>
                          </p:cTn>
                        </p:par>
                      </p:childTnLst>
                    </p:cTn>
                  </p:par>
                  <p:par>
                    <p:cTn id="12" fill="hold">
                      <p:stCondLst>
                        <p:cond delay="indefinite"/>
                      </p:stCondLst>
                      <p:childTnLst>
                        <p:par>
                          <p:cTn id="13" fill="hold">
                            <p:stCondLst>
                              <p:cond delay="0"/>
                            </p:stCondLst>
                            <p:childTnLst>
                              <p:par>
                                <p:cTn id="14" presetID="15" presetClass="entr" presetSubtype="0" fill="hold" grpId="0" nodeType="clickEffect">
                                  <p:stCondLst>
                                    <p:cond delay="0"/>
                                  </p:stCondLst>
                                  <p:childTnLst>
                                    <p:set>
                                      <p:cBhvr>
                                        <p:cTn id="15" dur="1" fill="hold">
                                          <p:stCondLst>
                                            <p:cond delay="0"/>
                                          </p:stCondLst>
                                        </p:cTn>
                                        <p:tgtEl>
                                          <p:spTgt spid="5"/>
                                        </p:tgtEl>
                                        <p:attrNameLst>
                                          <p:attrName>style.visibility</p:attrName>
                                        </p:attrNameLst>
                                      </p:cBhvr>
                                      <p:to>
                                        <p:strVal val="visible"/>
                                      </p:to>
                                    </p:set>
                                    <p:anim calcmode="lin" valueType="num">
                                      <p:cBhvr>
                                        <p:cTn id="16" dur="1000" fill="hold"/>
                                        <p:tgtEl>
                                          <p:spTgt spid="5"/>
                                        </p:tgtEl>
                                        <p:attrNameLst>
                                          <p:attrName>ppt_w</p:attrName>
                                        </p:attrNameLst>
                                      </p:cBhvr>
                                      <p:tavLst>
                                        <p:tav tm="0">
                                          <p:val>
                                            <p:fltVal val="0"/>
                                          </p:val>
                                        </p:tav>
                                        <p:tav tm="100000">
                                          <p:val>
                                            <p:strVal val="#ppt_w"/>
                                          </p:val>
                                        </p:tav>
                                      </p:tavLst>
                                    </p:anim>
                                    <p:anim calcmode="lin" valueType="num">
                                      <p:cBhvr>
                                        <p:cTn id="17" dur="1000" fill="hold"/>
                                        <p:tgtEl>
                                          <p:spTgt spid="5"/>
                                        </p:tgtEl>
                                        <p:attrNameLst>
                                          <p:attrName>ppt_h</p:attrName>
                                        </p:attrNameLst>
                                      </p:cBhvr>
                                      <p:tavLst>
                                        <p:tav tm="0">
                                          <p:val>
                                            <p:fltVal val="0"/>
                                          </p:val>
                                        </p:tav>
                                        <p:tav tm="100000">
                                          <p:val>
                                            <p:strVal val="#ppt_h"/>
                                          </p:val>
                                        </p:tav>
                                      </p:tavLst>
                                    </p:anim>
                                    <p:anim calcmode="lin" valueType="num">
                                      <p:cBhvr>
                                        <p:cTn id="18" dur="1000" fill="hold"/>
                                        <p:tgtEl>
                                          <p:spTgt spid="5"/>
                                        </p:tgtEl>
                                        <p:attrNameLst>
                                          <p:attrName>ppt_x</p:attrName>
                                        </p:attrNameLst>
                                      </p:cBhvr>
                                      <p:tavLst>
                                        <p:tav tm="0" fmla="#ppt_x+(cos(-2*pi*(1-$))*-#ppt_x-sin(-2*pi*(1-$))*(1-#ppt_y))*(1-$)">
                                          <p:val>
                                            <p:fltVal val="0"/>
                                          </p:val>
                                        </p:tav>
                                        <p:tav tm="100000">
                                          <p:val>
                                            <p:fltVal val="1"/>
                                          </p:val>
                                        </p:tav>
                                      </p:tavLst>
                                    </p:anim>
                                    <p:anim calcmode="lin" valueType="num">
                                      <p:cBhvr>
                                        <p:cTn id="19" dur="1000" fill="hold"/>
                                        <p:tgtEl>
                                          <p:spTgt spid="5"/>
                                        </p:tgtEl>
                                        <p:attrNameLst>
                                          <p:attrName>ppt_y</p:attrName>
                                        </p:attrNameLst>
                                      </p:cBhvr>
                                      <p:tavLst>
                                        <p:tav tm="0" fmla="#ppt_y+(sin(-2*pi*(1-$))*-#ppt_x+cos(-2*pi*(1-$))*(1-#ppt_y))*(1-$)">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a:xfrm>
            <a:off x="-1524000" y="1600200"/>
            <a:ext cx="1523998" cy="4525963"/>
          </a:xfrm>
        </p:spPr>
        <p:txBody>
          <a:bodyPr/>
          <a:lstStyle/>
          <a:p>
            <a:endParaRPr lang="en-US" dirty="0"/>
          </a:p>
        </p:txBody>
      </p:sp>
      <p:pic>
        <p:nvPicPr>
          <p:cNvPr id="205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 y="685799"/>
            <a:ext cx="9144001" cy="490506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 name="Rectangle 3"/>
          <p:cNvSpPr/>
          <p:nvPr/>
        </p:nvSpPr>
        <p:spPr>
          <a:xfrm>
            <a:off x="0" y="0"/>
            <a:ext cx="9144000" cy="923330"/>
          </a:xfrm>
          <a:prstGeom prst="rect">
            <a:avLst/>
          </a:prstGeom>
          <a:solidFill>
            <a:schemeClr val="tx1"/>
          </a:solidFill>
        </p:spPr>
        <p:txBody>
          <a:bodyPr wrap="square">
            <a:spAutoFit/>
          </a:bodyPr>
          <a:lstStyle/>
          <a:p>
            <a:pPr algn="ctr"/>
            <a:r>
              <a:rPr lang="en-US" sz="5400" dirty="0" err="1">
                <a:solidFill>
                  <a:schemeClr val="bg1"/>
                </a:solidFill>
                <a:latin typeface="Brush Script MT" pitchFamily="66" charset="0"/>
              </a:rPr>
              <a:t>Motivatif</a:t>
            </a:r>
            <a:endParaRPr lang="en-US" sz="5400" dirty="0">
              <a:solidFill>
                <a:schemeClr val="bg1"/>
              </a:solidFill>
              <a:latin typeface="Brush Script MT" pitchFamily="66" charset="0"/>
            </a:endParaRPr>
          </a:p>
        </p:txBody>
      </p:sp>
      <p:sp>
        <p:nvSpPr>
          <p:cNvPr id="5" name="Rectangle 4"/>
          <p:cNvSpPr/>
          <p:nvPr/>
        </p:nvSpPr>
        <p:spPr>
          <a:xfrm>
            <a:off x="15765" y="5590861"/>
            <a:ext cx="9144000" cy="1261884"/>
          </a:xfrm>
          <a:prstGeom prst="rect">
            <a:avLst/>
          </a:prstGeom>
        </p:spPr>
        <p:txBody>
          <a:bodyPr wrap="square">
            <a:spAutoFit/>
          </a:bodyPr>
          <a:lstStyle/>
          <a:p>
            <a:r>
              <a:rPr lang="en-US" sz="2000" dirty="0"/>
              <a:t>agama </a:t>
            </a:r>
            <a:r>
              <a:rPr lang="en-US" sz="2000" dirty="0" err="1"/>
              <a:t>sebagai</a:t>
            </a:r>
            <a:r>
              <a:rPr lang="en-US" sz="2000" dirty="0"/>
              <a:t> </a:t>
            </a:r>
            <a:r>
              <a:rPr lang="en-US" sz="2000" dirty="0" err="1"/>
              <a:t>pendorong</a:t>
            </a:r>
            <a:r>
              <a:rPr lang="en-US" sz="2000" dirty="0"/>
              <a:t> </a:t>
            </a:r>
            <a:r>
              <a:rPr lang="en-US" sz="2000" dirty="0" err="1"/>
              <a:t>dan</a:t>
            </a:r>
            <a:r>
              <a:rPr lang="en-US" sz="2000" dirty="0"/>
              <a:t> </a:t>
            </a:r>
            <a:r>
              <a:rPr lang="en-US" sz="2000" dirty="0" err="1"/>
              <a:t>melandasi</a:t>
            </a:r>
            <a:r>
              <a:rPr lang="en-US" sz="2000" dirty="0"/>
              <a:t> </a:t>
            </a:r>
            <a:r>
              <a:rPr lang="en-US" sz="2000" dirty="0" err="1"/>
              <a:t>segala</a:t>
            </a:r>
            <a:r>
              <a:rPr lang="en-US" sz="2000" dirty="0"/>
              <a:t> </a:t>
            </a:r>
            <a:r>
              <a:rPr lang="en-US" sz="2000" dirty="0" err="1"/>
              <a:t>aktifitas</a:t>
            </a:r>
            <a:r>
              <a:rPr lang="en-US" sz="2000" dirty="0"/>
              <a:t> </a:t>
            </a:r>
            <a:r>
              <a:rPr lang="en-US" sz="2000" dirty="0" err="1"/>
              <a:t>hidup</a:t>
            </a:r>
            <a:r>
              <a:rPr lang="en-US" sz="2000" dirty="0"/>
              <a:t> </a:t>
            </a:r>
            <a:r>
              <a:rPr lang="en-US" sz="2000" dirty="0" err="1"/>
              <a:t>manusia</a:t>
            </a:r>
            <a:endParaRPr lang="en-US" sz="2000" dirty="0"/>
          </a:p>
          <a:p>
            <a:pPr algn="r"/>
            <a:r>
              <a:rPr lang="en-US" sz="2000" dirty="0"/>
              <a:t>	( QS. AL QOSHOS : 77 ) </a:t>
            </a:r>
            <a:r>
              <a:rPr lang="ar-SA" sz="2000" dirty="0"/>
              <a:t>و</a:t>
            </a:r>
            <a:r>
              <a:rPr lang="ar-SA" sz="2400" dirty="0"/>
              <a:t>َابْتَغِ فِيمَا آتَاكَ اللَّهُ الدَّارَ الآخِرَةَ وَلا تَنْسَ نَصِيبَكَ مِنَ الدُّنْيَا وَأَحْسِنْ كَمَا أَحْسَنَ اللَّهُ إِلَيْكَ وَلا تَبْغِ الْفَسَادَ فِي الأرْضِ إِنَّ اللَّهَ لا يُحِبُّ الْمُفْسِدِين</a:t>
            </a:r>
            <a:r>
              <a:rPr lang="ar-SA" sz="3200" dirty="0"/>
              <a:t>َ</a:t>
            </a:r>
            <a:endParaRPr lang="ar-SA" sz="1200" dirty="0"/>
          </a:p>
        </p:txBody>
      </p:sp>
    </p:spTree>
    <p:extLst>
      <p:ext uri="{BB962C8B-B14F-4D97-AF65-F5344CB8AC3E}">
        <p14:creationId xmlns:p14="http://schemas.microsoft.com/office/powerpoint/2010/main" val="525305993"/>
      </p:ext>
    </p:extLst>
  </p:cSld>
  <p:clrMapOvr>
    <a:masterClrMapping/>
  </p:clrMapOvr>
  <mc:AlternateContent xmlns:mc="http://schemas.openxmlformats.org/markup-compatibility/2006" xmlns:p14="http://schemas.microsoft.com/office/powerpoint/2010/main">
    <mc:Choice Requires="p14">
      <p:transition spd="slow" p14:dur="3000">
        <p14:shred/>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5"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2000"/>
                                        <p:tgtEl>
                                          <p:spTgt spid="4"/>
                                        </p:tgtEl>
                                      </p:cBhvr>
                                    </p:animEffect>
                                    <p:anim calcmode="lin" valueType="num">
                                      <p:cBhvr>
                                        <p:cTn id="8" dur="2000" fill="hold"/>
                                        <p:tgtEl>
                                          <p:spTgt spid="4"/>
                                        </p:tgtEl>
                                        <p:attrNameLst>
                                          <p:attrName>style.rotation</p:attrName>
                                        </p:attrNameLst>
                                      </p:cBhvr>
                                      <p:tavLst>
                                        <p:tav tm="0">
                                          <p:val>
                                            <p:fltVal val="720"/>
                                          </p:val>
                                        </p:tav>
                                        <p:tav tm="100000">
                                          <p:val>
                                            <p:fltVal val="0"/>
                                          </p:val>
                                        </p:tav>
                                      </p:tavLst>
                                    </p:anim>
                                    <p:anim calcmode="lin" valueType="num">
                                      <p:cBhvr>
                                        <p:cTn id="9" dur="2000" fill="hold"/>
                                        <p:tgtEl>
                                          <p:spTgt spid="4"/>
                                        </p:tgtEl>
                                        <p:attrNameLst>
                                          <p:attrName>ppt_h</p:attrName>
                                        </p:attrNameLst>
                                      </p:cBhvr>
                                      <p:tavLst>
                                        <p:tav tm="0">
                                          <p:val>
                                            <p:fltVal val="0"/>
                                          </p:val>
                                        </p:tav>
                                        <p:tav tm="100000">
                                          <p:val>
                                            <p:strVal val="#ppt_h"/>
                                          </p:val>
                                        </p:tav>
                                      </p:tavLst>
                                    </p:anim>
                                    <p:anim calcmode="lin" valueType="num">
                                      <p:cBhvr>
                                        <p:cTn id="10" dur="2000" fill="hold"/>
                                        <p:tgtEl>
                                          <p:spTgt spid="4"/>
                                        </p:tgtEl>
                                        <p:attrNameLst>
                                          <p:attrName>ppt_w</p:attrName>
                                        </p:attrNameLst>
                                      </p:cBhvr>
                                      <p:tavLst>
                                        <p:tav tm="0">
                                          <p:val>
                                            <p:fltVal val="0"/>
                                          </p:val>
                                        </p:tav>
                                        <p:tav tm="100000">
                                          <p:val>
                                            <p:strVal val="#ppt_w"/>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a:xfrm>
            <a:off x="9372600" y="1600200"/>
            <a:ext cx="1524000" cy="4525963"/>
          </a:xfrm>
        </p:spPr>
        <p:txBody>
          <a:bodyPr/>
          <a:lstStyle/>
          <a:p>
            <a:endParaRPr lang="en-US" dirty="0"/>
          </a:p>
        </p:txBody>
      </p:sp>
      <p:pic>
        <p:nvPicPr>
          <p:cNvPr id="307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923330"/>
            <a:ext cx="9144000" cy="38110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 name="Rectangle 3"/>
          <p:cNvSpPr/>
          <p:nvPr/>
        </p:nvSpPr>
        <p:spPr>
          <a:xfrm>
            <a:off x="0" y="0"/>
            <a:ext cx="9143999" cy="923330"/>
          </a:xfrm>
          <a:prstGeom prst="rect">
            <a:avLst/>
          </a:prstGeom>
          <a:solidFill>
            <a:schemeClr val="tx1"/>
          </a:solidFill>
        </p:spPr>
        <p:txBody>
          <a:bodyPr wrap="square">
            <a:spAutoFit/>
          </a:bodyPr>
          <a:lstStyle/>
          <a:p>
            <a:pPr algn="ctr"/>
            <a:r>
              <a:rPr lang="en-US" sz="5400" dirty="0" err="1">
                <a:solidFill>
                  <a:schemeClr val="bg1"/>
                </a:solidFill>
                <a:latin typeface="Brush Script MT" pitchFamily="66" charset="0"/>
              </a:rPr>
              <a:t>Liberatif</a:t>
            </a:r>
            <a:endParaRPr lang="en-US" sz="5400" dirty="0">
              <a:solidFill>
                <a:schemeClr val="bg1"/>
              </a:solidFill>
              <a:latin typeface="Brush Script MT" pitchFamily="66" charset="0"/>
            </a:endParaRPr>
          </a:p>
        </p:txBody>
      </p:sp>
      <p:sp>
        <p:nvSpPr>
          <p:cNvPr id="5" name="Rectangle 4"/>
          <p:cNvSpPr/>
          <p:nvPr/>
        </p:nvSpPr>
        <p:spPr>
          <a:xfrm>
            <a:off x="-1" y="4734342"/>
            <a:ext cx="9144001" cy="2123658"/>
          </a:xfrm>
          <a:prstGeom prst="rect">
            <a:avLst/>
          </a:prstGeom>
          <a:solidFill>
            <a:srgbClr val="CC9900"/>
          </a:solidFill>
        </p:spPr>
        <p:txBody>
          <a:bodyPr wrap="square">
            <a:spAutoFit/>
          </a:bodyPr>
          <a:lstStyle/>
          <a:p>
            <a:r>
              <a:rPr lang="en-US" sz="2400" dirty="0"/>
              <a:t>agama </a:t>
            </a:r>
            <a:r>
              <a:rPr lang="en-US" sz="2400" dirty="0" err="1"/>
              <a:t>sebagai</a:t>
            </a:r>
            <a:r>
              <a:rPr lang="en-US" sz="2400" dirty="0"/>
              <a:t> </a:t>
            </a:r>
            <a:r>
              <a:rPr lang="en-US" sz="2400" dirty="0" err="1"/>
              <a:t>pembebas</a:t>
            </a:r>
            <a:r>
              <a:rPr lang="en-US" sz="2400" dirty="0"/>
              <a:t> </a:t>
            </a:r>
            <a:r>
              <a:rPr lang="en-US" sz="2400" dirty="0" err="1"/>
              <a:t>manusia</a:t>
            </a:r>
            <a:r>
              <a:rPr lang="en-US" sz="2400" dirty="0"/>
              <a:t> </a:t>
            </a:r>
            <a:r>
              <a:rPr lang="en-US" sz="2400" dirty="0" err="1"/>
              <a:t>dari</a:t>
            </a:r>
            <a:r>
              <a:rPr lang="en-US" sz="2400" dirty="0"/>
              <a:t> </a:t>
            </a:r>
            <a:r>
              <a:rPr lang="en-US" sz="2400" dirty="0" err="1"/>
              <a:t>segala</a:t>
            </a:r>
            <a:r>
              <a:rPr lang="en-US" sz="2400" dirty="0"/>
              <a:t> </a:t>
            </a:r>
            <a:r>
              <a:rPr lang="en-US" sz="2400" dirty="0" err="1"/>
              <a:t>bentuk</a:t>
            </a:r>
            <a:r>
              <a:rPr lang="en-US" sz="2400" dirty="0"/>
              <a:t> </a:t>
            </a:r>
            <a:r>
              <a:rPr lang="en-US" sz="2400" dirty="0" err="1"/>
              <a:t>kebodohan</a:t>
            </a:r>
            <a:r>
              <a:rPr lang="en-US" sz="2400" dirty="0"/>
              <a:t> </a:t>
            </a:r>
            <a:r>
              <a:rPr lang="en-US" sz="2400" dirty="0" err="1"/>
              <a:t>sehingga</a:t>
            </a:r>
            <a:r>
              <a:rPr lang="en-US" sz="2400" dirty="0"/>
              <a:t> </a:t>
            </a:r>
            <a:r>
              <a:rPr lang="en-US" sz="2400" dirty="0" err="1"/>
              <a:t>manusia</a:t>
            </a:r>
            <a:r>
              <a:rPr lang="en-US" sz="2400" dirty="0"/>
              <a:t> </a:t>
            </a:r>
            <a:r>
              <a:rPr lang="en-US" sz="2400" dirty="0" err="1"/>
              <a:t>menjadi</a:t>
            </a:r>
            <a:r>
              <a:rPr lang="en-US" sz="2400" dirty="0"/>
              <a:t> </a:t>
            </a:r>
            <a:r>
              <a:rPr lang="en-US" sz="2400" dirty="0" err="1"/>
              <a:t>makhluk</a:t>
            </a:r>
            <a:r>
              <a:rPr lang="en-US" sz="2400" dirty="0"/>
              <a:t> yang </a:t>
            </a:r>
            <a:r>
              <a:rPr lang="en-US" sz="2400" dirty="0" err="1"/>
              <a:t>dinamis</a:t>
            </a:r>
            <a:r>
              <a:rPr lang="en-US" sz="2400" dirty="0"/>
              <a:t> </a:t>
            </a:r>
          </a:p>
          <a:p>
            <a:pPr algn="r"/>
            <a:r>
              <a:rPr lang="en-US" sz="2400" dirty="0"/>
              <a:t>	(QS. AL-MUJADALAH : 11</a:t>
            </a:r>
            <a:r>
              <a:rPr lang="ar-SA" sz="2800" dirty="0"/>
              <a:t>يَاَيُّهاَالَّذِيْنَ أَمَنُوْا إِذَا قِيْلَ لَكُمْ تَفَسَّخُوْا فِيْ الْمَجَالِسِ فَافْسَخُوْا يَفْسَخِ اللهُ لَكُمْ، وَإِذَا قِيْلَ انْشُزُوا فَانْشُزُوا يَرْفَعِ اللهُ الَّذِيْنَ أَمَنُوْا مِنْكُمْ، وَالَّذِيْنَ أُتُواالْعِلْمَ دَرَجَاتٍ، وَاللهُ بِمَا تَعءمَلُوْنَ خَبِيْرٌ</a:t>
            </a:r>
          </a:p>
        </p:txBody>
      </p:sp>
    </p:spTree>
    <p:extLst>
      <p:ext uri="{BB962C8B-B14F-4D97-AF65-F5344CB8AC3E}">
        <p14:creationId xmlns:p14="http://schemas.microsoft.com/office/powerpoint/2010/main" val="3494919964"/>
      </p:ext>
    </p:extLst>
  </p:cSld>
  <p:clrMapOvr>
    <a:masterClrMapping/>
  </p:clrMapOvr>
  <mc:AlternateContent xmlns:mc="http://schemas.openxmlformats.org/markup-compatibility/2006" xmlns:p14="http://schemas.microsoft.com/office/powerpoint/2010/main">
    <mc:Choice Requires="p14">
      <p:transition spd="slow" p14:dur="3000">
        <p14:shred/>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800" decel="100000"/>
                                        <p:tgtEl>
                                          <p:spTgt spid="4"/>
                                        </p:tgtEl>
                                      </p:cBhvr>
                                    </p:animEffect>
                                    <p:anim calcmode="lin" valueType="num">
                                      <p:cBhvr>
                                        <p:cTn id="8" dur="800" decel="100000" fill="hold"/>
                                        <p:tgtEl>
                                          <p:spTgt spid="4"/>
                                        </p:tgtEl>
                                        <p:attrNameLst>
                                          <p:attrName>style.rotation</p:attrName>
                                        </p:attrNameLst>
                                      </p:cBhvr>
                                      <p:tavLst>
                                        <p:tav tm="0">
                                          <p:val>
                                            <p:fltVal val="-90"/>
                                          </p:val>
                                        </p:tav>
                                        <p:tav tm="100000">
                                          <p:val>
                                            <p:fltVal val="0"/>
                                          </p:val>
                                        </p:tav>
                                      </p:tavLst>
                                    </p:anim>
                                    <p:anim calcmode="lin" valueType="num">
                                      <p:cBhvr>
                                        <p:cTn id="9" dur="800" decel="100000" fill="hold"/>
                                        <p:tgtEl>
                                          <p:spTgt spid="4"/>
                                        </p:tgtEl>
                                        <p:attrNameLst>
                                          <p:attrName>ppt_x</p:attrName>
                                        </p:attrNameLst>
                                      </p:cBhvr>
                                      <p:tavLst>
                                        <p:tav tm="0">
                                          <p:val>
                                            <p:strVal val="#ppt_x+0.4"/>
                                          </p:val>
                                        </p:tav>
                                        <p:tav tm="100000">
                                          <p:val>
                                            <p:strVal val="#ppt_x-0.05"/>
                                          </p:val>
                                        </p:tav>
                                      </p:tavLst>
                                    </p:anim>
                                    <p:anim calcmode="lin" valueType="num">
                                      <p:cBhvr>
                                        <p:cTn id="10" dur="800" decel="100000" fill="hold"/>
                                        <p:tgtEl>
                                          <p:spTgt spid="4"/>
                                        </p:tgtEl>
                                        <p:attrNameLst>
                                          <p:attrName>ppt_y</p:attrName>
                                        </p:attrNameLst>
                                      </p:cBhvr>
                                      <p:tavLst>
                                        <p:tav tm="0">
                                          <p:val>
                                            <p:strVal val="#ppt_y-0.4"/>
                                          </p:val>
                                        </p:tav>
                                        <p:tav tm="100000">
                                          <p:val>
                                            <p:strVal val="#ppt_y+0.1"/>
                                          </p:val>
                                        </p:tav>
                                      </p:tavLst>
                                    </p:anim>
                                    <p:anim calcmode="lin" valueType="num">
                                      <p:cBhvr>
                                        <p:cTn id="11" dur="200" accel="100000" fill="hold">
                                          <p:stCondLst>
                                            <p:cond delay="800"/>
                                          </p:stCondLst>
                                        </p:cTn>
                                        <p:tgtEl>
                                          <p:spTgt spid="4"/>
                                        </p:tgtEl>
                                        <p:attrNameLst>
                                          <p:attrName>ppt_x</p:attrName>
                                        </p:attrNameLst>
                                      </p:cBhvr>
                                      <p:tavLst>
                                        <p:tav tm="0">
                                          <p:val>
                                            <p:strVal val="#ppt_x-0.05"/>
                                          </p:val>
                                        </p:tav>
                                        <p:tav tm="100000">
                                          <p:val>
                                            <p:strVal val="#ppt_x"/>
                                          </p:val>
                                        </p:tav>
                                      </p:tavLst>
                                    </p:anim>
                                    <p:anim calcmode="lin" valueType="num">
                                      <p:cBhvr>
                                        <p:cTn id="12" dur="200" accel="100000" fill="hold">
                                          <p:stCondLst>
                                            <p:cond delay="800"/>
                                          </p:stCondLst>
                                        </p:cTn>
                                        <p:tgtEl>
                                          <p:spTgt spid="4"/>
                                        </p:tgtEl>
                                        <p:attrNameLst>
                                          <p:attrName>ppt_y</p:attrName>
                                        </p:attrNameLst>
                                      </p:cBhvr>
                                      <p:tavLst>
                                        <p:tav tm="0">
                                          <p:val>
                                            <p:strVal val="#ppt_y+0.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a:xfrm>
            <a:off x="-1676400" y="1600200"/>
            <a:ext cx="1676400" cy="4525963"/>
          </a:xfrm>
        </p:spPr>
        <p:txBody>
          <a:bodyPr/>
          <a:lstStyle/>
          <a:p>
            <a:endParaRPr lang="en-US" dirty="0"/>
          </a:p>
        </p:txBody>
      </p:sp>
      <p:pic>
        <p:nvPicPr>
          <p:cNvPr id="409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373" y="762001"/>
            <a:ext cx="9158746" cy="452633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 name="Rectangle 3"/>
          <p:cNvSpPr/>
          <p:nvPr/>
        </p:nvSpPr>
        <p:spPr>
          <a:xfrm>
            <a:off x="0" y="0"/>
            <a:ext cx="9144000" cy="923330"/>
          </a:xfrm>
          <a:prstGeom prst="rect">
            <a:avLst/>
          </a:prstGeom>
          <a:solidFill>
            <a:schemeClr val="tx1"/>
          </a:solidFill>
        </p:spPr>
        <p:txBody>
          <a:bodyPr wrap="square">
            <a:spAutoFit/>
          </a:bodyPr>
          <a:lstStyle/>
          <a:p>
            <a:pPr algn="ctr"/>
            <a:r>
              <a:rPr lang="en-US" sz="5400" dirty="0" err="1">
                <a:solidFill>
                  <a:schemeClr val="bg1"/>
                </a:solidFill>
                <a:latin typeface="Brush Script MT" pitchFamily="66" charset="0"/>
              </a:rPr>
              <a:t>Sublimatif</a:t>
            </a:r>
            <a:endParaRPr lang="en-US" sz="5400" dirty="0">
              <a:solidFill>
                <a:schemeClr val="bg1"/>
              </a:solidFill>
              <a:latin typeface="Brush Script MT" pitchFamily="66" charset="0"/>
            </a:endParaRPr>
          </a:p>
        </p:txBody>
      </p:sp>
      <p:sp>
        <p:nvSpPr>
          <p:cNvPr id="5" name="Rectangle 4"/>
          <p:cNvSpPr/>
          <p:nvPr/>
        </p:nvSpPr>
        <p:spPr>
          <a:xfrm>
            <a:off x="0" y="5288340"/>
            <a:ext cx="9144000" cy="1569660"/>
          </a:xfrm>
          <a:prstGeom prst="rect">
            <a:avLst/>
          </a:prstGeom>
          <a:solidFill>
            <a:schemeClr val="bg1">
              <a:lumMod val="50000"/>
            </a:schemeClr>
          </a:solidFill>
        </p:spPr>
        <p:txBody>
          <a:bodyPr wrap="square">
            <a:spAutoFit/>
          </a:bodyPr>
          <a:lstStyle/>
          <a:p>
            <a:r>
              <a:rPr lang="en-US" sz="2400" dirty="0">
                <a:solidFill>
                  <a:schemeClr val="tx1">
                    <a:lumMod val="95000"/>
                    <a:lumOff val="5000"/>
                  </a:schemeClr>
                </a:solidFill>
              </a:rPr>
              <a:t>agama </a:t>
            </a:r>
            <a:r>
              <a:rPr lang="en-US" sz="2400" dirty="0" err="1">
                <a:solidFill>
                  <a:schemeClr val="tx1">
                    <a:lumMod val="95000"/>
                    <a:lumOff val="5000"/>
                  </a:schemeClr>
                </a:solidFill>
              </a:rPr>
              <a:t>berfungsi</a:t>
            </a:r>
            <a:r>
              <a:rPr lang="en-US" sz="2400" dirty="0">
                <a:solidFill>
                  <a:schemeClr val="tx1">
                    <a:lumMod val="95000"/>
                    <a:lumOff val="5000"/>
                  </a:schemeClr>
                </a:solidFill>
              </a:rPr>
              <a:t> </a:t>
            </a:r>
            <a:r>
              <a:rPr lang="en-US" sz="2400" dirty="0" err="1">
                <a:solidFill>
                  <a:schemeClr val="tx1">
                    <a:lumMod val="95000"/>
                    <a:lumOff val="5000"/>
                  </a:schemeClr>
                </a:solidFill>
              </a:rPr>
              <a:t>menempatkan</a:t>
            </a:r>
            <a:r>
              <a:rPr lang="en-US" sz="2400" dirty="0">
                <a:solidFill>
                  <a:schemeClr val="tx1">
                    <a:lumMod val="95000"/>
                    <a:lumOff val="5000"/>
                  </a:schemeClr>
                </a:solidFill>
              </a:rPr>
              <a:t> Allah </a:t>
            </a:r>
            <a:r>
              <a:rPr lang="en-US" sz="2400" dirty="0" err="1">
                <a:solidFill>
                  <a:schemeClr val="tx1">
                    <a:lumMod val="95000"/>
                    <a:lumOff val="5000"/>
                  </a:schemeClr>
                </a:solidFill>
              </a:rPr>
              <a:t>swt</a:t>
            </a:r>
            <a:r>
              <a:rPr lang="en-US" sz="2400" dirty="0">
                <a:solidFill>
                  <a:schemeClr val="tx1">
                    <a:lumMod val="95000"/>
                    <a:lumOff val="5000"/>
                  </a:schemeClr>
                </a:solidFill>
              </a:rPr>
              <a:t> </a:t>
            </a:r>
            <a:r>
              <a:rPr lang="en-US" sz="2400" dirty="0" err="1">
                <a:solidFill>
                  <a:schemeClr val="tx1">
                    <a:lumMod val="95000"/>
                    <a:lumOff val="5000"/>
                  </a:schemeClr>
                </a:solidFill>
              </a:rPr>
              <a:t>sebagai</a:t>
            </a:r>
            <a:r>
              <a:rPr lang="en-US" sz="2400" dirty="0">
                <a:solidFill>
                  <a:schemeClr val="tx1">
                    <a:lumMod val="95000"/>
                    <a:lumOff val="5000"/>
                  </a:schemeClr>
                </a:solidFill>
              </a:rPr>
              <a:t> </a:t>
            </a:r>
            <a:r>
              <a:rPr lang="en-US" sz="2400" dirty="0" err="1">
                <a:solidFill>
                  <a:schemeClr val="tx1">
                    <a:lumMod val="95000"/>
                    <a:lumOff val="5000"/>
                  </a:schemeClr>
                </a:solidFill>
              </a:rPr>
              <a:t>pangkal</a:t>
            </a:r>
            <a:r>
              <a:rPr lang="en-US" sz="2400" dirty="0">
                <a:solidFill>
                  <a:schemeClr val="tx1">
                    <a:lumMod val="95000"/>
                    <a:lumOff val="5000"/>
                  </a:schemeClr>
                </a:solidFill>
              </a:rPr>
              <a:t> </a:t>
            </a:r>
            <a:r>
              <a:rPr lang="en-US" sz="2400" dirty="0" err="1">
                <a:solidFill>
                  <a:schemeClr val="tx1">
                    <a:lumMod val="95000"/>
                    <a:lumOff val="5000"/>
                  </a:schemeClr>
                </a:solidFill>
              </a:rPr>
              <a:t>tolak</a:t>
            </a:r>
            <a:r>
              <a:rPr lang="en-US" sz="2400" dirty="0">
                <a:solidFill>
                  <a:schemeClr val="tx1">
                    <a:lumMod val="95000"/>
                    <a:lumOff val="5000"/>
                  </a:schemeClr>
                </a:solidFill>
              </a:rPr>
              <a:t> </a:t>
            </a:r>
            <a:r>
              <a:rPr lang="en-US" sz="2400" dirty="0" err="1">
                <a:solidFill>
                  <a:schemeClr val="tx1">
                    <a:lumMod val="95000"/>
                    <a:lumOff val="5000"/>
                  </a:schemeClr>
                </a:solidFill>
              </a:rPr>
              <a:t>segala</a:t>
            </a:r>
            <a:r>
              <a:rPr lang="en-US" sz="2400" dirty="0">
                <a:solidFill>
                  <a:schemeClr val="tx1">
                    <a:lumMod val="95000"/>
                    <a:lumOff val="5000"/>
                  </a:schemeClr>
                </a:solidFill>
              </a:rPr>
              <a:t> </a:t>
            </a:r>
            <a:r>
              <a:rPr lang="en-US" sz="2400" dirty="0" err="1">
                <a:solidFill>
                  <a:schemeClr val="tx1">
                    <a:lumMod val="95000"/>
                    <a:lumOff val="5000"/>
                  </a:schemeClr>
                </a:solidFill>
              </a:rPr>
              <a:t>aktifitas</a:t>
            </a:r>
            <a:r>
              <a:rPr lang="en-US" sz="2400" dirty="0">
                <a:solidFill>
                  <a:schemeClr val="tx1">
                    <a:lumMod val="95000"/>
                    <a:lumOff val="5000"/>
                  </a:schemeClr>
                </a:solidFill>
              </a:rPr>
              <a:t> </a:t>
            </a:r>
            <a:r>
              <a:rPr lang="en-US" sz="2400" dirty="0" err="1">
                <a:solidFill>
                  <a:schemeClr val="tx1">
                    <a:lumMod val="95000"/>
                    <a:lumOff val="5000"/>
                  </a:schemeClr>
                </a:solidFill>
              </a:rPr>
              <a:t>manusia</a:t>
            </a:r>
            <a:endParaRPr lang="en-US" sz="2400" dirty="0">
              <a:solidFill>
                <a:schemeClr val="tx1">
                  <a:lumMod val="95000"/>
                  <a:lumOff val="5000"/>
                </a:schemeClr>
              </a:solidFill>
            </a:endParaRPr>
          </a:p>
          <a:p>
            <a:pPr algn="r"/>
            <a:r>
              <a:rPr lang="en-US" sz="2400" dirty="0" smtClean="0">
                <a:solidFill>
                  <a:schemeClr val="tx1">
                    <a:lumMod val="95000"/>
                    <a:lumOff val="5000"/>
                  </a:schemeClr>
                </a:solidFill>
              </a:rPr>
              <a:t>(</a:t>
            </a:r>
            <a:r>
              <a:rPr lang="en-US" sz="2400" dirty="0">
                <a:solidFill>
                  <a:schemeClr val="tx1">
                    <a:lumMod val="95000"/>
                    <a:lumOff val="5000"/>
                  </a:schemeClr>
                </a:solidFill>
              </a:rPr>
              <a:t>QS.AL-JUMU’AH : 10-11, AL-AHZAB : 41-42 </a:t>
            </a:r>
            <a:r>
              <a:rPr lang="ar-SA" sz="2400" dirty="0">
                <a:solidFill>
                  <a:schemeClr val="tx1">
                    <a:lumMod val="95000"/>
                    <a:lumOff val="5000"/>
                  </a:schemeClr>
                </a:solidFill>
              </a:rPr>
              <a:t>يَا أَيُّهَا الَّذِينَ آمَنُوا اذْكُرُوا اللَّهَ ذِكْراً كَثِيراً -٤١- وَسَبِّحُوهُ بُكْرَةً وَأَصِيلاً -٤٢-  </a:t>
            </a:r>
            <a:r>
              <a:rPr lang="ar-SA" sz="2400" dirty="0"/>
              <a:t>)</a:t>
            </a:r>
          </a:p>
        </p:txBody>
      </p:sp>
    </p:spTree>
    <p:extLst>
      <p:ext uri="{BB962C8B-B14F-4D97-AF65-F5344CB8AC3E}">
        <p14:creationId xmlns:p14="http://schemas.microsoft.com/office/powerpoint/2010/main" val="891285446"/>
      </p:ext>
    </p:extLst>
  </p:cSld>
  <p:clrMapOvr>
    <a:masterClrMapping/>
  </p:clrMapOvr>
  <mc:AlternateContent xmlns:mc="http://schemas.openxmlformats.org/markup-compatibility/2006" xmlns:p14="http://schemas.microsoft.com/office/powerpoint/2010/main">
    <mc:Choice Requires="p14">
      <p:transition spd="slow" p14:dur="3000">
        <p14:shred/>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6" presetClass="entr" presetSubtype="0" fill="hold" grpId="0" nodeType="clickEffect">
                                  <p:stCondLst>
                                    <p:cond delay="0"/>
                                  </p:stCondLst>
                                  <p:iterate type="lt">
                                    <p:tmPct val="10000"/>
                                  </p:iterate>
                                  <p:childTnLst>
                                    <p:set>
                                      <p:cBhvr>
                                        <p:cTn id="6" dur="1" fill="hold">
                                          <p:stCondLst>
                                            <p:cond delay="0"/>
                                          </p:stCondLst>
                                        </p:cTn>
                                        <p:tgtEl>
                                          <p:spTgt spid="4"/>
                                        </p:tgtEl>
                                        <p:attrNameLst>
                                          <p:attrName>style.visibility</p:attrName>
                                        </p:attrNameLst>
                                      </p:cBhvr>
                                      <p:to>
                                        <p:strVal val="visible"/>
                                      </p:to>
                                    </p:set>
                                    <p:anim by="(-#ppt_w*2)" calcmode="lin" valueType="num">
                                      <p:cBhvr rctx="PPT">
                                        <p:cTn id="7" dur="500" autoRev="1" fill="hold">
                                          <p:stCondLst>
                                            <p:cond delay="0"/>
                                          </p:stCondLst>
                                        </p:cTn>
                                        <p:tgtEl>
                                          <p:spTgt spid="4"/>
                                        </p:tgtEl>
                                        <p:attrNameLst>
                                          <p:attrName>ppt_w</p:attrName>
                                        </p:attrNameLst>
                                      </p:cBhvr>
                                    </p:anim>
                                    <p:anim by="(#ppt_w*0.50)" calcmode="lin" valueType="num">
                                      <p:cBhvr>
                                        <p:cTn id="8" dur="500" decel="50000" autoRev="1" fill="hold">
                                          <p:stCondLst>
                                            <p:cond delay="0"/>
                                          </p:stCondLst>
                                        </p:cTn>
                                        <p:tgtEl>
                                          <p:spTgt spid="4"/>
                                        </p:tgtEl>
                                        <p:attrNameLst>
                                          <p:attrName>ppt_x</p:attrName>
                                        </p:attrNameLst>
                                      </p:cBhvr>
                                    </p:anim>
                                    <p:anim from="(-#ppt_h/2)" to="(#ppt_y)" calcmode="lin" valueType="num">
                                      <p:cBhvr>
                                        <p:cTn id="9" dur="1000" fill="hold">
                                          <p:stCondLst>
                                            <p:cond delay="0"/>
                                          </p:stCondLst>
                                        </p:cTn>
                                        <p:tgtEl>
                                          <p:spTgt spid="4"/>
                                        </p:tgtEl>
                                        <p:attrNameLst>
                                          <p:attrName>ppt_y</p:attrName>
                                        </p:attrNameLst>
                                      </p:cBhvr>
                                    </p:anim>
                                    <p:animRot by="21600000">
                                      <p:cBhvr>
                                        <p:cTn id="10" dur="1000" fill="hold">
                                          <p:stCondLst>
                                            <p:cond delay="0"/>
                                          </p:stCondLst>
                                        </p:cTn>
                                        <p:tgtEl>
                                          <p:spTgt spid="4"/>
                                        </p:tgtEl>
                                        <p:attrNameLst>
                                          <p:attrName>r</p:attrName>
                                        </p:attrNameLst>
                                      </p:cBhvr>
                                    </p:animRo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endParaRPr lang="en-US" dirty="0"/>
          </a:p>
        </p:txBody>
      </p:sp>
      <p:pic>
        <p:nvPicPr>
          <p:cNvPr id="5122"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 y="923330"/>
            <a:ext cx="9144001" cy="47916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 name="Rectangle 3"/>
          <p:cNvSpPr/>
          <p:nvPr/>
        </p:nvSpPr>
        <p:spPr>
          <a:xfrm>
            <a:off x="0" y="0"/>
            <a:ext cx="9144000" cy="923330"/>
          </a:xfrm>
          <a:prstGeom prst="rect">
            <a:avLst/>
          </a:prstGeom>
          <a:solidFill>
            <a:schemeClr val="tx1"/>
          </a:solidFill>
        </p:spPr>
        <p:txBody>
          <a:bodyPr wrap="square">
            <a:spAutoFit/>
          </a:bodyPr>
          <a:lstStyle/>
          <a:p>
            <a:pPr algn="ctr"/>
            <a:r>
              <a:rPr lang="en-US" sz="5400" dirty="0" err="1">
                <a:solidFill>
                  <a:schemeClr val="bg1"/>
                </a:solidFill>
                <a:latin typeface="Brush Script MT" pitchFamily="66" charset="0"/>
              </a:rPr>
              <a:t>Protektif</a:t>
            </a:r>
            <a:endParaRPr lang="en-US" sz="5400" dirty="0">
              <a:solidFill>
                <a:schemeClr val="bg1"/>
              </a:solidFill>
              <a:latin typeface="Brush Script MT" pitchFamily="66" charset="0"/>
            </a:endParaRPr>
          </a:p>
        </p:txBody>
      </p:sp>
      <p:sp>
        <p:nvSpPr>
          <p:cNvPr id="5" name="Rectangle 4"/>
          <p:cNvSpPr/>
          <p:nvPr/>
        </p:nvSpPr>
        <p:spPr>
          <a:xfrm>
            <a:off x="-1" y="5288340"/>
            <a:ext cx="9141374" cy="1569660"/>
          </a:xfrm>
          <a:prstGeom prst="rect">
            <a:avLst/>
          </a:prstGeom>
          <a:solidFill>
            <a:schemeClr val="bg1"/>
          </a:solidFill>
        </p:spPr>
        <p:txBody>
          <a:bodyPr wrap="square">
            <a:spAutoFit/>
          </a:bodyPr>
          <a:lstStyle/>
          <a:p>
            <a:r>
              <a:rPr lang="en-US" sz="2400" dirty="0"/>
              <a:t>agama </a:t>
            </a:r>
            <a:r>
              <a:rPr lang="en-US" sz="2400" dirty="0" err="1"/>
              <a:t>berfungsi</a:t>
            </a:r>
            <a:r>
              <a:rPr lang="en-US" sz="2400" dirty="0"/>
              <a:t> </a:t>
            </a:r>
            <a:r>
              <a:rPr lang="en-US" sz="2400" dirty="0" err="1"/>
              <a:t>sebagai</a:t>
            </a:r>
            <a:r>
              <a:rPr lang="en-US" sz="2400" dirty="0"/>
              <a:t> </a:t>
            </a:r>
            <a:r>
              <a:rPr lang="en-US" sz="2400" dirty="0" err="1"/>
              <a:t>pemberi</a:t>
            </a:r>
            <a:r>
              <a:rPr lang="en-US" sz="2400" dirty="0"/>
              <a:t> </a:t>
            </a:r>
            <a:r>
              <a:rPr lang="en-US" sz="2400" dirty="0" err="1"/>
              <a:t>petunjuk</a:t>
            </a:r>
            <a:r>
              <a:rPr lang="en-US" sz="2400" dirty="0"/>
              <a:t> </a:t>
            </a:r>
            <a:r>
              <a:rPr lang="en-US" sz="2400" dirty="0" err="1"/>
              <a:t>ke</a:t>
            </a:r>
            <a:r>
              <a:rPr lang="en-US" sz="2400" dirty="0"/>
              <a:t> </a:t>
            </a:r>
            <a:r>
              <a:rPr lang="en-US" sz="2400" dirty="0" err="1"/>
              <a:t>arah</a:t>
            </a:r>
            <a:r>
              <a:rPr lang="en-US" sz="2400" dirty="0"/>
              <a:t> </a:t>
            </a:r>
            <a:r>
              <a:rPr lang="en-US" sz="2400" dirty="0" err="1"/>
              <a:t>hal-hal</a:t>
            </a:r>
            <a:r>
              <a:rPr lang="en-US" sz="2400" dirty="0"/>
              <a:t> yang </a:t>
            </a:r>
            <a:r>
              <a:rPr lang="en-US" sz="2400" dirty="0" err="1"/>
              <a:t>harus</a:t>
            </a:r>
            <a:r>
              <a:rPr lang="en-US" sz="2400" dirty="0"/>
              <a:t> </a:t>
            </a:r>
            <a:r>
              <a:rPr lang="en-US" sz="2400" dirty="0" err="1"/>
              <a:t>dijalani</a:t>
            </a:r>
            <a:r>
              <a:rPr lang="en-US" sz="2400" dirty="0"/>
              <a:t> </a:t>
            </a:r>
            <a:r>
              <a:rPr lang="en-US" sz="2400" dirty="0" err="1"/>
              <a:t>oleh</a:t>
            </a:r>
            <a:r>
              <a:rPr lang="en-US" sz="2400" dirty="0"/>
              <a:t> </a:t>
            </a:r>
            <a:r>
              <a:rPr lang="en-US" sz="2400" dirty="0" err="1"/>
              <a:t>manusia</a:t>
            </a:r>
            <a:endParaRPr lang="en-US" sz="2400" dirty="0"/>
          </a:p>
          <a:p>
            <a:pPr algn="r"/>
            <a:r>
              <a:rPr lang="en-US" sz="2400" dirty="0"/>
              <a:t>	( QS. AT-TAHRIM : 6</a:t>
            </a:r>
            <a:r>
              <a:rPr lang="ar-SA" sz="2400" dirty="0"/>
              <a:t>يَا أَيُّهَا الَّذِينَ آمَنُوا قُوا أَنفُسَكُمْ وَأَهْلِيكُمْ نَاراً وَقُودُهَا النَّاسُ وَالْحِجَارَةُ عَلَيْهَا مَلَائِكَةٌ غِلَاظٌ شِدَادٌ لَا يَعْصُونَ اللَّهَ مَا أَمَرَهُمْ وَيَفْعَلُونَ مَا يُؤْمَرُونَ -٦-  </a:t>
            </a:r>
            <a:r>
              <a:rPr lang="ar-SA" sz="2400" dirty="0" smtClean="0"/>
              <a:t>)</a:t>
            </a:r>
            <a:endParaRPr lang="ar-SA" sz="2400" dirty="0"/>
          </a:p>
        </p:txBody>
      </p:sp>
    </p:spTree>
    <p:extLst>
      <p:ext uri="{BB962C8B-B14F-4D97-AF65-F5344CB8AC3E}">
        <p14:creationId xmlns:p14="http://schemas.microsoft.com/office/powerpoint/2010/main" val="1945336680"/>
      </p:ext>
    </p:extLst>
  </p:cSld>
  <p:clrMapOvr>
    <a:masterClrMapping/>
  </p:clrMapOvr>
  <mc:AlternateContent xmlns:mc="http://schemas.openxmlformats.org/markup-compatibility/2006" xmlns:p14="http://schemas.microsoft.com/office/powerpoint/2010/main">
    <mc:Choice Requires="p14">
      <p:transition spd="slow" p14:dur="3000">
        <p14:shred/>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8" presetClass="entr" presetSubtype="0" accel="50000" fill="hold" grpId="0" nodeType="clickEffect">
                                  <p:stCondLst>
                                    <p:cond delay="0"/>
                                  </p:stCondLst>
                                  <p:iterate type="lt">
                                    <p:tmPct val="50000"/>
                                  </p:iterate>
                                  <p:childTnLst>
                                    <p:set>
                                      <p:cBhvr>
                                        <p:cTn id="6" dur="1" fill="hold">
                                          <p:stCondLst>
                                            <p:cond delay="0"/>
                                          </p:stCondLst>
                                        </p:cTn>
                                        <p:tgtEl>
                                          <p:spTgt spid="4"/>
                                        </p:tgtEl>
                                        <p:attrNameLst>
                                          <p:attrName>style.visibility</p:attrName>
                                        </p:attrNameLst>
                                      </p:cBhvr>
                                      <p:to>
                                        <p:strVal val="visible"/>
                                      </p:to>
                                    </p:set>
                                    <p:set>
                                      <p:cBhvr>
                                        <p:cTn id="7" dur="455" fill="hold">
                                          <p:stCondLst>
                                            <p:cond delay="0"/>
                                          </p:stCondLst>
                                        </p:cTn>
                                        <p:tgtEl>
                                          <p:spTgt spid="4"/>
                                        </p:tgtEl>
                                        <p:attrNameLst>
                                          <p:attrName>style.rotation</p:attrName>
                                        </p:attrNameLst>
                                      </p:cBhvr>
                                      <p:to>
                                        <p:strVal val="-45.0"/>
                                      </p:to>
                                    </p:set>
                                    <p:anim calcmode="lin" valueType="num">
                                      <p:cBhvr>
                                        <p:cTn id="8" dur="455" fill="hold">
                                          <p:stCondLst>
                                            <p:cond delay="455"/>
                                          </p:stCondLst>
                                        </p:cTn>
                                        <p:tgtEl>
                                          <p:spTgt spid="4"/>
                                        </p:tgtEl>
                                        <p:attrNameLst>
                                          <p:attrName>style.rotation</p:attrName>
                                        </p:attrNameLst>
                                      </p:cBhvr>
                                      <p:tavLst>
                                        <p:tav tm="0">
                                          <p:val>
                                            <p:fltVal val="-45"/>
                                          </p:val>
                                        </p:tav>
                                        <p:tav tm="69900">
                                          <p:val>
                                            <p:fltVal val="45"/>
                                          </p:val>
                                        </p:tav>
                                        <p:tav tm="100000">
                                          <p:val>
                                            <p:fltVal val="0"/>
                                          </p:val>
                                        </p:tav>
                                      </p:tavLst>
                                    </p:anim>
                                    <p:anim calcmode="lin" valueType="num">
                                      <p:cBhvr>
                                        <p:cTn id="9" dur="455" fill="hold">
                                          <p:stCondLst>
                                            <p:cond delay="0"/>
                                          </p:stCondLst>
                                        </p:cTn>
                                        <p:tgtEl>
                                          <p:spTgt spid="4"/>
                                        </p:tgtEl>
                                        <p:attrNameLst>
                                          <p:attrName>ppt_y</p:attrName>
                                        </p:attrNameLst>
                                      </p:cBhvr>
                                      <p:tavLst>
                                        <p:tav tm="0">
                                          <p:val>
                                            <p:strVal val="#ppt_y-1"/>
                                          </p:val>
                                        </p:tav>
                                        <p:tav tm="100000">
                                          <p:val>
                                            <p:strVal val="#ppt_y-(0.354*#ppt_w-0.172*#ppt_h)"/>
                                          </p:val>
                                        </p:tav>
                                      </p:tavLst>
                                    </p:anim>
                                    <p:anim calcmode="lin" valueType="num">
                                      <p:cBhvr>
                                        <p:cTn id="10" dur="156" decel="50000" autoRev="1" fill="hold">
                                          <p:stCondLst>
                                            <p:cond delay="455"/>
                                          </p:stCondLst>
                                        </p:cTn>
                                        <p:tgtEl>
                                          <p:spTgt spid="4"/>
                                        </p:tgtEl>
                                        <p:attrNameLst>
                                          <p:attrName>ppt_y</p:attrName>
                                        </p:attrNameLst>
                                      </p:cBhvr>
                                      <p:tavLst>
                                        <p:tav tm="0">
                                          <p:val>
                                            <p:strVal val="#ppt_y-(0.354*#ppt_w-0.172*#ppt_h)"/>
                                          </p:val>
                                        </p:tav>
                                        <p:tav tm="100000">
                                          <p:val>
                                            <p:strVal val="#ppt_y-(0.354*#ppt_w-0.172*#ppt_h)-#ppt_h/2"/>
                                          </p:val>
                                        </p:tav>
                                      </p:tavLst>
                                    </p:anim>
                                    <p:anim calcmode="lin" valueType="num">
                                      <p:cBhvr>
                                        <p:cTn id="11" dur="136" fill="hold">
                                          <p:stCondLst>
                                            <p:cond delay="864"/>
                                          </p:stCondLst>
                                        </p:cTn>
                                        <p:tgtEl>
                                          <p:spTgt spid="4"/>
                                        </p:tgtEl>
                                        <p:attrNameLst>
                                          <p:attrName>ppt_y</p:attrName>
                                        </p:attrNameLst>
                                      </p:cBhvr>
                                      <p:tavLst>
                                        <p:tav tm="0">
                                          <p:val>
                                            <p:strVal val="#ppt_y-(0.354*#ppt_w-0.172*#ppt_h)"/>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a:xfrm>
            <a:off x="9372600" y="1295400"/>
            <a:ext cx="1676400" cy="4525963"/>
          </a:xfrm>
        </p:spPr>
        <p:txBody>
          <a:bodyPr/>
          <a:lstStyle/>
          <a:p>
            <a:endParaRPr lang="en-US" dirty="0"/>
          </a:p>
        </p:txBody>
      </p:sp>
      <p:pic>
        <p:nvPicPr>
          <p:cNvPr id="6146" name="Picture 2"/>
          <p:cNvPicPr>
            <a:picLocks noChangeAspect="1" noChangeArrowheads="1"/>
          </p:cNvPicPr>
          <p:nvPr/>
        </p:nvPicPr>
        <p:blipFill rotWithShape="1">
          <a:blip r:embed="rId2">
            <a:extLst>
              <a:ext uri="{28A0092B-C50C-407E-A947-70E740481C1C}">
                <a14:useLocalDpi xmlns:a14="http://schemas.microsoft.com/office/drawing/2010/main" val="0"/>
              </a:ext>
            </a:extLst>
          </a:blip>
          <a:srcRect l="6379" r="5172"/>
          <a:stretch/>
        </p:blipFill>
        <p:spPr bwMode="auto">
          <a:xfrm>
            <a:off x="1" y="923330"/>
            <a:ext cx="9144000" cy="38110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 name="Rectangle 3"/>
          <p:cNvSpPr/>
          <p:nvPr/>
        </p:nvSpPr>
        <p:spPr>
          <a:xfrm>
            <a:off x="0" y="0"/>
            <a:ext cx="9143999" cy="923330"/>
          </a:xfrm>
          <a:prstGeom prst="rect">
            <a:avLst/>
          </a:prstGeom>
          <a:solidFill>
            <a:schemeClr val="tx1"/>
          </a:solidFill>
        </p:spPr>
        <p:txBody>
          <a:bodyPr wrap="square">
            <a:spAutoFit/>
          </a:bodyPr>
          <a:lstStyle/>
          <a:p>
            <a:pPr algn="ctr"/>
            <a:r>
              <a:rPr lang="en-US" sz="5400" dirty="0" err="1">
                <a:solidFill>
                  <a:schemeClr val="bg1"/>
                </a:solidFill>
                <a:latin typeface="Brush Script MT" pitchFamily="66" charset="0"/>
              </a:rPr>
              <a:t>Inovatif</a:t>
            </a:r>
            <a:endParaRPr lang="en-US" sz="5400" dirty="0">
              <a:solidFill>
                <a:schemeClr val="bg1"/>
              </a:solidFill>
              <a:latin typeface="Brush Script MT" pitchFamily="66" charset="0"/>
            </a:endParaRPr>
          </a:p>
        </p:txBody>
      </p:sp>
      <p:sp>
        <p:nvSpPr>
          <p:cNvPr id="5" name="Rectangle 4"/>
          <p:cNvSpPr/>
          <p:nvPr/>
        </p:nvSpPr>
        <p:spPr>
          <a:xfrm>
            <a:off x="0" y="4734342"/>
            <a:ext cx="9144001" cy="2123658"/>
          </a:xfrm>
          <a:prstGeom prst="rect">
            <a:avLst/>
          </a:prstGeom>
          <a:solidFill>
            <a:schemeClr val="bg1">
              <a:lumMod val="75000"/>
            </a:schemeClr>
          </a:solidFill>
        </p:spPr>
        <p:txBody>
          <a:bodyPr wrap="square">
            <a:spAutoFit/>
          </a:bodyPr>
          <a:lstStyle/>
          <a:p>
            <a:r>
              <a:rPr lang="en-US" sz="2400" dirty="0"/>
              <a:t>agama </a:t>
            </a:r>
            <a:r>
              <a:rPr lang="en-US" sz="2400" dirty="0" err="1"/>
              <a:t>berfungsi</a:t>
            </a:r>
            <a:r>
              <a:rPr lang="en-US" sz="2400" dirty="0"/>
              <a:t> </a:t>
            </a:r>
            <a:r>
              <a:rPr lang="en-US" sz="2400" dirty="0" err="1"/>
              <a:t>sebagai</a:t>
            </a:r>
            <a:r>
              <a:rPr lang="en-US" sz="2400" dirty="0"/>
              <a:t> </a:t>
            </a:r>
            <a:r>
              <a:rPr lang="en-US" sz="2400" dirty="0" err="1"/>
              <a:t>pendorong</a:t>
            </a:r>
            <a:r>
              <a:rPr lang="en-US" sz="2400" dirty="0"/>
              <a:t> </a:t>
            </a:r>
            <a:r>
              <a:rPr lang="en-US" sz="2400" dirty="0" err="1"/>
              <a:t>bagi</a:t>
            </a:r>
            <a:r>
              <a:rPr lang="en-US" sz="2400" dirty="0"/>
              <a:t> </a:t>
            </a:r>
            <a:r>
              <a:rPr lang="en-US" sz="2400" dirty="0" err="1"/>
              <a:t>manusia</a:t>
            </a:r>
            <a:r>
              <a:rPr lang="en-US" sz="2400" dirty="0"/>
              <a:t> </a:t>
            </a:r>
            <a:r>
              <a:rPr lang="en-US" sz="2400" dirty="0" err="1"/>
              <a:t>untuk</a:t>
            </a:r>
            <a:r>
              <a:rPr lang="en-US" sz="2400" dirty="0"/>
              <a:t>    </a:t>
            </a:r>
            <a:r>
              <a:rPr lang="en-US" sz="2400" dirty="0" err="1"/>
              <a:t>selalu</a:t>
            </a:r>
            <a:r>
              <a:rPr lang="en-US" sz="2400" dirty="0"/>
              <a:t> </a:t>
            </a:r>
            <a:r>
              <a:rPr lang="en-US" sz="2400" dirty="0" err="1"/>
              <a:t>mengadakan</a:t>
            </a:r>
            <a:r>
              <a:rPr lang="en-US" sz="2400" dirty="0"/>
              <a:t> </a:t>
            </a:r>
            <a:r>
              <a:rPr lang="en-US" sz="2400" dirty="0" err="1"/>
              <a:t>pembaruan</a:t>
            </a:r>
            <a:r>
              <a:rPr lang="en-US" sz="2400" dirty="0"/>
              <a:t> </a:t>
            </a:r>
            <a:r>
              <a:rPr lang="en-US" sz="2400" dirty="0" err="1"/>
              <a:t>dan</a:t>
            </a:r>
            <a:r>
              <a:rPr lang="en-US" sz="2400" dirty="0"/>
              <a:t> </a:t>
            </a:r>
            <a:r>
              <a:rPr lang="en-US" sz="2400" dirty="0" err="1"/>
              <a:t>mengembangkan</a:t>
            </a:r>
            <a:r>
              <a:rPr lang="en-US" sz="2400" dirty="0"/>
              <a:t> </a:t>
            </a:r>
            <a:r>
              <a:rPr lang="en-US" sz="2400" dirty="0" err="1"/>
              <a:t>kreasinya</a:t>
            </a:r>
            <a:endParaRPr lang="en-US" sz="2400" dirty="0"/>
          </a:p>
          <a:p>
            <a:pPr algn="r"/>
            <a:r>
              <a:rPr lang="en-US" sz="2400" dirty="0"/>
              <a:t>	( QS. AR- RA’DU : 11</a:t>
            </a:r>
            <a:r>
              <a:rPr lang="ar-SA" sz="2800" dirty="0"/>
              <a:t>لَهُ مُعَقِّبَاتٌ مِّن بَيْنِ يَدَيْهِ وَمِنْ خَلْفِهِ يَحْفَظُونَهُ مِنْ أَمْرِ اللّهِ إِنَّ اللّهَ لاَ يُغَيِّرُ مَا بِقَوْمٍ حَتَّى يُغَيِّرُواْ مَا بِأَنْفُسِهِمْ وَإِذَا أَرَادَ اللّهُ بِقَوْمٍ سُوءاً فَلاَ مَرَدَّ لَهُ وَمَا لَهُم مِّن دُونِهِ مِن وَالٍ -١١-  )</a:t>
            </a:r>
            <a:endParaRPr lang="ar-SA" sz="2400" dirty="0"/>
          </a:p>
        </p:txBody>
      </p:sp>
    </p:spTree>
    <p:extLst>
      <p:ext uri="{BB962C8B-B14F-4D97-AF65-F5344CB8AC3E}">
        <p14:creationId xmlns:p14="http://schemas.microsoft.com/office/powerpoint/2010/main" val="1364702566"/>
      </p:ext>
    </p:extLst>
  </p:cSld>
  <p:clrMapOvr>
    <a:masterClrMapping/>
  </p:clrMapOvr>
  <mc:AlternateContent xmlns:mc="http://schemas.openxmlformats.org/markup-compatibility/2006" xmlns:p14="http://schemas.microsoft.com/office/powerpoint/2010/main">
    <mc:Choice Requires="p14">
      <p:transition spd="slow" p14:dur="3000">
        <p14:shred/>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2"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Scale>
                                      <p:cBhvr>
                                        <p:cTn id="7" dur="1000" decel="50000" fill="hold">
                                          <p:stCondLst>
                                            <p:cond delay="0"/>
                                          </p:stCondLst>
                                        </p:cTn>
                                        <p:tgtEl>
                                          <p:spTgt spid="4"/>
                                        </p:tgtEl>
                                      </p:cBhvr>
                                      <p:from x="250000" y="250000"/>
                                      <p:to x="100000" y="100000"/>
                                    </p:animScale>
                                    <p:animMotion origin="layout" path="M -0.46736 0.92887  C -0.37517 0.88508  -0.02552 0.75279  0.0908 0.66613  C  0.20747 0.57948  0.21649 0.50394  0.23177 0.40825  C 0.24705 0.31256  0.22118 0.15964   0.18264 0.09152  C 0.1441 0.02341  0.03802 0.0  0.0 0.0  " pathEditMode="relative" ptsTypes="">
                                      <p:cBhvr>
                                        <p:cTn id="8" dur="1000" decel="50000" fill="hold">
                                          <p:stCondLst>
                                            <p:cond delay="0"/>
                                          </p:stCondLst>
                                        </p:cTn>
                                        <p:tgtEl>
                                          <p:spTgt spid="4"/>
                                        </p:tgtEl>
                                        <p:attrNameLst>
                                          <p:attrName>ppt_x</p:attrName>
                                          <p:attrName>ppt_y</p:attrName>
                                        </p:attrNameLst>
                                      </p:cBhvr>
                                    </p:animMotion>
                                    <p:animEffect transition="in" filter="fade">
                                      <p:cBhvr>
                                        <p:cTn id="9" dur="10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1026"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335491" y="304800"/>
            <a:ext cx="8554984" cy="4495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 name="Rectangle 3"/>
          <p:cNvSpPr/>
          <p:nvPr/>
        </p:nvSpPr>
        <p:spPr>
          <a:xfrm>
            <a:off x="304800" y="4622125"/>
            <a:ext cx="8610600" cy="2031325"/>
          </a:xfrm>
          <a:prstGeom prst="rect">
            <a:avLst/>
          </a:prstGeom>
          <a:solidFill>
            <a:schemeClr val="tx1"/>
          </a:solidFill>
        </p:spPr>
        <p:txBody>
          <a:bodyPr wrap="square">
            <a:spAutoFit/>
          </a:bodyPr>
          <a:lstStyle/>
          <a:p>
            <a:pPr lvl="0"/>
            <a:r>
              <a:rPr lang="en-US" sz="2400" dirty="0" err="1">
                <a:solidFill>
                  <a:srgbClr val="FFFFFF"/>
                </a:solidFill>
                <a:latin typeface="Franklin Gothic Book"/>
              </a:rPr>
              <a:t>Dulu</a:t>
            </a:r>
            <a:r>
              <a:rPr lang="en-US" sz="2400" dirty="0">
                <a:solidFill>
                  <a:srgbClr val="FFFFFF"/>
                </a:solidFill>
                <a:latin typeface="Franklin Gothic Book"/>
              </a:rPr>
              <a:t> </a:t>
            </a:r>
            <a:r>
              <a:rPr lang="en-US" sz="2400" dirty="0" err="1">
                <a:solidFill>
                  <a:srgbClr val="FFFFFF"/>
                </a:solidFill>
                <a:latin typeface="Franklin Gothic Book"/>
              </a:rPr>
              <a:t>aku</a:t>
            </a:r>
            <a:r>
              <a:rPr lang="en-US" sz="2400" dirty="0">
                <a:solidFill>
                  <a:srgbClr val="FFFFFF"/>
                </a:solidFill>
                <a:latin typeface="Franklin Gothic Book"/>
              </a:rPr>
              <a:t> </a:t>
            </a:r>
            <a:r>
              <a:rPr lang="en-US" sz="2400" dirty="0" err="1">
                <a:solidFill>
                  <a:srgbClr val="FFFFFF"/>
                </a:solidFill>
                <a:latin typeface="Franklin Gothic Book"/>
              </a:rPr>
              <a:t>berupa</a:t>
            </a:r>
            <a:r>
              <a:rPr lang="en-US" sz="2400" dirty="0">
                <a:solidFill>
                  <a:srgbClr val="FFFFFF"/>
                </a:solidFill>
                <a:latin typeface="Franklin Gothic Book"/>
              </a:rPr>
              <a:t> </a:t>
            </a:r>
            <a:r>
              <a:rPr lang="en-US" sz="2400" i="1" dirty="0" err="1">
                <a:solidFill>
                  <a:srgbClr val="FFFF00"/>
                </a:solidFill>
                <a:latin typeface="Arial Black" pitchFamily="34" charset="0"/>
              </a:rPr>
              <a:t>piyik</a:t>
            </a:r>
            <a:r>
              <a:rPr lang="en-US" sz="2400" dirty="0">
                <a:solidFill>
                  <a:srgbClr val="FFFFFF"/>
                </a:solidFill>
                <a:latin typeface="Franklin Gothic Book"/>
              </a:rPr>
              <a:t>, </a:t>
            </a:r>
            <a:r>
              <a:rPr lang="en-US" sz="2400" dirty="0" err="1">
                <a:solidFill>
                  <a:srgbClr val="FFFFFF"/>
                </a:solidFill>
                <a:latin typeface="Franklin Gothic Book"/>
              </a:rPr>
              <a:t>makanpun</a:t>
            </a:r>
            <a:r>
              <a:rPr lang="en-US" sz="2400" dirty="0">
                <a:solidFill>
                  <a:srgbClr val="FFFFFF"/>
                </a:solidFill>
                <a:latin typeface="Franklin Gothic Book"/>
              </a:rPr>
              <a:t> </a:t>
            </a:r>
            <a:r>
              <a:rPr lang="en-US" sz="2400" dirty="0" err="1">
                <a:solidFill>
                  <a:srgbClr val="FFFFFF"/>
                </a:solidFill>
                <a:latin typeface="Franklin Gothic Book"/>
              </a:rPr>
              <a:t>harus</a:t>
            </a:r>
            <a:r>
              <a:rPr lang="en-US" sz="2400" dirty="0">
                <a:solidFill>
                  <a:srgbClr val="FFFFFF"/>
                </a:solidFill>
                <a:latin typeface="Franklin Gothic Book"/>
              </a:rPr>
              <a:t> </a:t>
            </a:r>
            <a:r>
              <a:rPr lang="en-US" sz="2400" dirty="0" err="1">
                <a:solidFill>
                  <a:srgbClr val="FFFFFF"/>
                </a:solidFill>
                <a:latin typeface="Franklin Gothic Book"/>
              </a:rPr>
              <a:t>disuapi</a:t>
            </a:r>
            <a:r>
              <a:rPr lang="en-US" sz="2400" dirty="0">
                <a:solidFill>
                  <a:srgbClr val="FFFFFF"/>
                </a:solidFill>
                <a:latin typeface="Franklin Gothic Book"/>
              </a:rPr>
              <a:t> </a:t>
            </a:r>
            <a:r>
              <a:rPr lang="en-US" sz="2400" dirty="0" err="1">
                <a:solidFill>
                  <a:srgbClr val="FFFFFF"/>
                </a:solidFill>
                <a:latin typeface="Franklin Gothic Book"/>
              </a:rPr>
              <a:t>ibuku</a:t>
            </a:r>
            <a:r>
              <a:rPr lang="en-US" sz="2400" dirty="0">
                <a:solidFill>
                  <a:srgbClr val="FFFFFF"/>
                </a:solidFill>
                <a:latin typeface="Franklin Gothic Book"/>
              </a:rPr>
              <a:t>,</a:t>
            </a:r>
          </a:p>
          <a:p>
            <a:pPr lvl="0"/>
            <a:r>
              <a:rPr lang="en-US" sz="2400" dirty="0" err="1">
                <a:solidFill>
                  <a:srgbClr val="FFFFFF"/>
                </a:solidFill>
                <a:latin typeface="Franklin Gothic Book"/>
              </a:rPr>
              <a:t>Sekarang</a:t>
            </a:r>
            <a:r>
              <a:rPr lang="en-US" sz="2400" dirty="0">
                <a:solidFill>
                  <a:srgbClr val="FFFFFF"/>
                </a:solidFill>
                <a:latin typeface="Franklin Gothic Book"/>
              </a:rPr>
              <a:t>……</a:t>
            </a:r>
          </a:p>
          <a:p>
            <a:pPr lvl="0"/>
            <a:r>
              <a:rPr lang="en-US" sz="2400" dirty="0" err="1">
                <a:solidFill>
                  <a:srgbClr val="FFFFFF"/>
                </a:solidFill>
                <a:latin typeface="Franklin Gothic Book"/>
              </a:rPr>
              <a:t>Sedemikian</a:t>
            </a:r>
            <a:r>
              <a:rPr lang="en-US" sz="2400" dirty="0">
                <a:solidFill>
                  <a:srgbClr val="FFFFFF"/>
                </a:solidFill>
                <a:latin typeface="Franklin Gothic Book"/>
              </a:rPr>
              <a:t> </a:t>
            </a:r>
            <a:r>
              <a:rPr lang="en-US" sz="2400" dirty="0" err="1">
                <a:solidFill>
                  <a:srgbClr val="FFFFFF"/>
                </a:solidFill>
                <a:latin typeface="Franklin Gothic Book"/>
              </a:rPr>
              <a:t>bebas</a:t>
            </a:r>
            <a:r>
              <a:rPr lang="en-US" sz="2400" dirty="0">
                <a:solidFill>
                  <a:srgbClr val="FFFFFF"/>
                </a:solidFill>
                <a:latin typeface="Franklin Gothic Book"/>
              </a:rPr>
              <a:t> </a:t>
            </a:r>
            <a:r>
              <a:rPr lang="en-US" sz="2400" dirty="0" err="1">
                <a:solidFill>
                  <a:srgbClr val="FFFFFF"/>
                </a:solidFill>
                <a:latin typeface="Franklin Gothic Book"/>
              </a:rPr>
              <a:t>aku</a:t>
            </a:r>
            <a:r>
              <a:rPr lang="en-US" sz="2400" dirty="0">
                <a:solidFill>
                  <a:srgbClr val="FFFFFF"/>
                </a:solidFill>
                <a:latin typeface="Franklin Gothic Book"/>
              </a:rPr>
              <a:t> </a:t>
            </a:r>
            <a:r>
              <a:rPr lang="en-US" sz="2400" dirty="0" err="1">
                <a:solidFill>
                  <a:srgbClr val="FFFFFF"/>
                </a:solidFill>
                <a:latin typeface="Franklin Gothic Book"/>
              </a:rPr>
              <a:t>terbang</a:t>
            </a:r>
            <a:r>
              <a:rPr lang="en-US" sz="2400" dirty="0">
                <a:solidFill>
                  <a:srgbClr val="FFFFFF"/>
                </a:solidFill>
                <a:latin typeface="Franklin Gothic Book"/>
              </a:rPr>
              <a:t>, </a:t>
            </a:r>
            <a:r>
              <a:rPr lang="en-US" sz="2400" dirty="0" err="1">
                <a:solidFill>
                  <a:srgbClr val="FFFFFF"/>
                </a:solidFill>
                <a:latin typeface="Franklin Gothic Book"/>
              </a:rPr>
              <a:t>hujan</a:t>
            </a:r>
            <a:r>
              <a:rPr lang="en-US" sz="2400" dirty="0">
                <a:solidFill>
                  <a:srgbClr val="FFFFFF"/>
                </a:solidFill>
                <a:latin typeface="Franklin Gothic Book"/>
              </a:rPr>
              <a:t> </a:t>
            </a:r>
            <a:r>
              <a:rPr lang="en-US" sz="2400" dirty="0" err="1">
                <a:solidFill>
                  <a:srgbClr val="FFFFFF"/>
                </a:solidFill>
                <a:latin typeface="Franklin Gothic Book"/>
              </a:rPr>
              <a:t>badai</a:t>
            </a:r>
            <a:r>
              <a:rPr lang="en-US" sz="2400" dirty="0">
                <a:solidFill>
                  <a:srgbClr val="FFFFFF"/>
                </a:solidFill>
                <a:latin typeface="Franklin Gothic Book"/>
              </a:rPr>
              <a:t> </a:t>
            </a:r>
            <a:r>
              <a:rPr lang="en-US" sz="2400" dirty="0" err="1">
                <a:solidFill>
                  <a:srgbClr val="FFFFFF"/>
                </a:solidFill>
                <a:latin typeface="Franklin Gothic Book"/>
              </a:rPr>
              <a:t>akan</a:t>
            </a:r>
            <a:r>
              <a:rPr lang="en-US" sz="2400" dirty="0">
                <a:solidFill>
                  <a:srgbClr val="FFFFFF"/>
                </a:solidFill>
                <a:latin typeface="Franklin Gothic Book"/>
              </a:rPr>
              <a:t> </a:t>
            </a:r>
            <a:r>
              <a:rPr lang="en-US" sz="2400" dirty="0" err="1">
                <a:solidFill>
                  <a:srgbClr val="FFFFFF"/>
                </a:solidFill>
                <a:latin typeface="Franklin Gothic Book"/>
              </a:rPr>
              <a:t>kuterjang</a:t>
            </a:r>
            <a:r>
              <a:rPr lang="en-US" sz="2400" dirty="0">
                <a:solidFill>
                  <a:srgbClr val="FFFFFF"/>
                </a:solidFill>
                <a:latin typeface="Franklin Gothic Book"/>
              </a:rPr>
              <a:t> </a:t>
            </a:r>
            <a:r>
              <a:rPr lang="en-US" sz="2400" dirty="0" err="1">
                <a:solidFill>
                  <a:srgbClr val="FFFFFF"/>
                </a:solidFill>
                <a:latin typeface="Franklin Gothic Book"/>
              </a:rPr>
              <a:t>dengan</a:t>
            </a:r>
            <a:r>
              <a:rPr lang="en-US" sz="2400" dirty="0">
                <a:solidFill>
                  <a:srgbClr val="FFFFFF"/>
                </a:solidFill>
                <a:latin typeface="Franklin Gothic Book"/>
              </a:rPr>
              <a:t> </a:t>
            </a:r>
            <a:r>
              <a:rPr lang="en-US" sz="2400" dirty="0" err="1">
                <a:solidFill>
                  <a:srgbClr val="FFFFFF"/>
                </a:solidFill>
                <a:latin typeface="Franklin Gothic Book"/>
              </a:rPr>
              <a:t>mudah</a:t>
            </a:r>
            <a:r>
              <a:rPr lang="en-US" sz="2400" dirty="0">
                <a:solidFill>
                  <a:srgbClr val="FFFFFF"/>
                </a:solidFill>
                <a:latin typeface="Franklin Gothic Book"/>
              </a:rPr>
              <a:t>, </a:t>
            </a:r>
            <a:r>
              <a:rPr lang="en-US" sz="5400" dirty="0" err="1">
                <a:solidFill>
                  <a:srgbClr val="00B050"/>
                </a:solidFill>
                <a:latin typeface="Brush Script MT" pitchFamily="66" charset="0"/>
              </a:rPr>
              <a:t>kenapa</a:t>
            </a:r>
            <a:r>
              <a:rPr lang="en-US" sz="5400" dirty="0">
                <a:solidFill>
                  <a:srgbClr val="00B050"/>
                </a:solidFill>
                <a:latin typeface="Brush Script MT" pitchFamily="66" charset="0"/>
              </a:rPr>
              <a:t>?</a:t>
            </a:r>
            <a:r>
              <a:rPr lang="en-US" dirty="0">
                <a:solidFill>
                  <a:srgbClr val="000000"/>
                </a:solidFill>
                <a:latin typeface="Franklin Gothic Book"/>
              </a:rPr>
              <a:t>!</a:t>
            </a:r>
            <a:endParaRPr lang="en-US" dirty="0">
              <a:solidFill>
                <a:srgbClr val="000000"/>
              </a:solidFill>
              <a:latin typeface="Franklin Gothic Book"/>
            </a:endParaRPr>
          </a:p>
        </p:txBody>
      </p:sp>
    </p:spTree>
    <p:extLst>
      <p:ext uri="{BB962C8B-B14F-4D97-AF65-F5344CB8AC3E}">
        <p14:creationId xmlns:p14="http://schemas.microsoft.com/office/powerpoint/2010/main" val="4062301898"/>
      </p:ext>
    </p:extLst>
  </p:cSld>
  <p:clrMapOvr>
    <a:masterClrMapping/>
  </p:clrMapOvr>
  <mc:AlternateContent xmlns:mc="http://schemas.openxmlformats.org/markup-compatibility/2006" xmlns:p14="http://schemas.microsoft.com/office/powerpoint/2010/main">
    <mc:Choice Requires="p14">
      <p:transition spd="slow" p14:dur="3000">
        <p14:shred/>
      </p:transition>
    </mc:Choice>
    <mc:Fallback xmlns="">
      <p:transition spd="slow">
        <p:fade/>
      </p:transition>
    </mc:Fallback>
  </mc:AlternateContent>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1026" name="Picture 2" descr="E:\Kholas Family\IMG_20092015_054423.jpg"/>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0" y="1"/>
            <a:ext cx="9144001" cy="6864869"/>
          </a:xfrm>
          <a:prstGeom prst="rect">
            <a:avLst/>
          </a:prstGeom>
          <a:noFill/>
          <a:extLst>
            <a:ext uri="{909E8E84-426E-40DD-AFC4-6F175D3DCCD1}">
              <a14:hiddenFill xmlns:a14="http://schemas.microsoft.com/office/drawing/2010/main">
                <a:solidFill>
                  <a:srgbClr val="FFFFFF"/>
                </a:solidFill>
              </a14:hiddenFill>
            </a:ext>
          </a:extLst>
        </p:spPr>
      </p:pic>
      <p:sp>
        <p:nvSpPr>
          <p:cNvPr id="4" name="Rectangle 3"/>
          <p:cNvSpPr/>
          <p:nvPr/>
        </p:nvSpPr>
        <p:spPr>
          <a:xfrm>
            <a:off x="0" y="228600"/>
            <a:ext cx="8915399" cy="3154710"/>
          </a:xfrm>
          <a:prstGeom prst="rect">
            <a:avLst/>
          </a:prstGeom>
        </p:spPr>
        <p:txBody>
          <a:bodyPr wrap="square">
            <a:spAutoFit/>
          </a:bodyPr>
          <a:lstStyle/>
          <a:p>
            <a:pPr algn="ctr"/>
            <a:r>
              <a:rPr lang="ar-SA" sz="19900" dirty="0">
                <a:solidFill>
                  <a:srgbClr val="FFC000"/>
                </a:solidFill>
                <a:latin typeface="Aldhabi" pitchFamily="2" charset="-78"/>
                <a:cs typeface="Aldhabi" pitchFamily="2" charset="-78"/>
              </a:rPr>
              <a:t>جزاكم الله خيرا</a:t>
            </a:r>
            <a:endParaRPr lang="en-US" sz="19900" dirty="0">
              <a:solidFill>
                <a:srgbClr val="FFC000"/>
              </a:solidFill>
              <a:latin typeface="Aldhabi" pitchFamily="2" charset="-78"/>
              <a:cs typeface="Aldhabi" pitchFamily="2" charset="-78"/>
            </a:endParaRPr>
          </a:p>
        </p:txBody>
      </p:sp>
      <p:sp>
        <p:nvSpPr>
          <p:cNvPr id="5" name="Rectangle 4"/>
          <p:cNvSpPr/>
          <p:nvPr/>
        </p:nvSpPr>
        <p:spPr>
          <a:xfrm>
            <a:off x="228599" y="3244334"/>
            <a:ext cx="8686799" cy="2215991"/>
          </a:xfrm>
          <a:prstGeom prst="rect">
            <a:avLst/>
          </a:prstGeom>
        </p:spPr>
        <p:txBody>
          <a:bodyPr wrap="square">
            <a:spAutoFit/>
          </a:bodyPr>
          <a:lstStyle/>
          <a:p>
            <a:pPr algn="ctr"/>
            <a:r>
              <a:rPr lang="ar-SA" sz="13800" dirty="0">
                <a:solidFill>
                  <a:srgbClr val="92D050"/>
                </a:solidFill>
                <a:latin typeface="Urdu Typesetting" pitchFamily="66" charset="-78"/>
                <a:cs typeface="Urdu Typesetting" pitchFamily="66" charset="-78"/>
              </a:rPr>
              <a:t>والله أعلم بالصواب</a:t>
            </a:r>
          </a:p>
        </p:txBody>
      </p:sp>
    </p:spTree>
    <p:extLst>
      <p:ext uri="{BB962C8B-B14F-4D97-AF65-F5344CB8AC3E}">
        <p14:creationId xmlns:p14="http://schemas.microsoft.com/office/powerpoint/2010/main" val="3707440674"/>
      </p:ext>
    </p:extLst>
  </p:cSld>
  <p:clrMapOvr>
    <a:masterClrMapping/>
  </p:clrMapOvr>
  <mc:AlternateContent xmlns:mc="http://schemas.openxmlformats.org/markup-compatibility/2006" xmlns:p14="http://schemas.microsoft.com/office/powerpoint/2010/main">
    <mc:Choice Requires="p14">
      <p:transition spd="slow" p14:dur="3000">
        <p14:shred/>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down)">
                                      <p:cBhvr>
                                        <p:cTn id="7" dur="580">
                                          <p:stCondLst>
                                            <p:cond delay="0"/>
                                          </p:stCondLst>
                                        </p:cTn>
                                        <p:tgtEl>
                                          <p:spTgt spid="4"/>
                                        </p:tgtEl>
                                      </p:cBhvr>
                                    </p:animEffect>
                                    <p:anim calcmode="lin" valueType="num">
                                      <p:cBhvr>
                                        <p:cTn id="8" dur="1822" tmFilter="0,0; 0.14,0.36; 0.43,0.73; 0.71,0.91; 1.0,1.0">
                                          <p:stCondLst>
                                            <p:cond delay="0"/>
                                          </p:stCondLst>
                                        </p:cTn>
                                        <p:tgtEl>
                                          <p:spTgt spid="4"/>
                                        </p:tgtEl>
                                        <p:attrNameLst>
                                          <p:attrName>ppt_x</p:attrName>
                                        </p:attrNameLst>
                                      </p:cBhvr>
                                      <p:tavLst>
                                        <p:tav tm="0">
                                          <p:val>
                                            <p:strVal val="#ppt_x-0.25"/>
                                          </p:val>
                                        </p:tav>
                                        <p:tav tm="100000">
                                          <p:val>
                                            <p:strVal val="#ppt_x"/>
                                          </p:val>
                                        </p:tav>
                                      </p:tavLst>
                                    </p:anim>
                                    <p:anim calcmode="lin" valueType="num">
                                      <p:cBhvr>
                                        <p:cTn id="9" dur="664" tmFilter="0.0,0.0; 0.25,0.07; 0.50,0.2; 0.75,0.467; 1.0,1.0">
                                          <p:stCondLst>
                                            <p:cond delay="0"/>
                                          </p:stCondLst>
                                        </p:cTn>
                                        <p:tgtEl>
                                          <p:spTgt spid="4"/>
                                        </p:tgtEl>
                                        <p:attrNameLst>
                                          <p:attrName>ppt_y</p:attrName>
                                        </p:attrNameLst>
                                      </p:cBhvr>
                                      <p:tavLst>
                                        <p:tav tm="0" fmla="#ppt_y-sin(pi*$)/3">
                                          <p:val>
                                            <p:fltVal val="0.5"/>
                                          </p:val>
                                        </p:tav>
                                        <p:tav tm="100000">
                                          <p:val>
                                            <p:fltVal val="1"/>
                                          </p:val>
                                        </p:tav>
                                      </p:tavLst>
                                    </p:anim>
                                    <p:anim calcmode="lin" valueType="num">
                                      <p:cBhvr>
                                        <p:cTn id="10" dur="664" tmFilter="0, 0; 0.125,0.2665; 0.25,0.4; 0.375,0.465; 0.5,0.5;  0.625,0.535; 0.75,0.6; 0.875,0.7335; 1,1">
                                          <p:stCondLst>
                                            <p:cond delay="664"/>
                                          </p:stCondLst>
                                        </p:cTn>
                                        <p:tgtEl>
                                          <p:spTgt spid="4"/>
                                        </p:tgtEl>
                                        <p:attrNameLst>
                                          <p:attrName>ppt_y</p:attrName>
                                        </p:attrNameLst>
                                      </p:cBhvr>
                                      <p:tavLst>
                                        <p:tav tm="0" fmla="#ppt_y-sin(pi*$)/9">
                                          <p:val>
                                            <p:fltVal val="0"/>
                                          </p:val>
                                        </p:tav>
                                        <p:tav tm="100000">
                                          <p:val>
                                            <p:fltVal val="1"/>
                                          </p:val>
                                        </p:tav>
                                      </p:tavLst>
                                    </p:anim>
                                    <p:anim calcmode="lin" valueType="num">
                                      <p:cBhvr>
                                        <p:cTn id="11" dur="332" tmFilter="0, 0; 0.125,0.2665; 0.25,0.4; 0.375,0.465; 0.5,0.5;  0.625,0.535; 0.75,0.6; 0.875,0.7335; 1,1">
                                          <p:stCondLst>
                                            <p:cond delay="1324"/>
                                          </p:stCondLst>
                                        </p:cTn>
                                        <p:tgtEl>
                                          <p:spTgt spid="4"/>
                                        </p:tgtEl>
                                        <p:attrNameLst>
                                          <p:attrName>ppt_y</p:attrName>
                                        </p:attrNameLst>
                                      </p:cBhvr>
                                      <p:tavLst>
                                        <p:tav tm="0" fmla="#ppt_y-sin(pi*$)/27">
                                          <p:val>
                                            <p:fltVal val="0"/>
                                          </p:val>
                                        </p:tav>
                                        <p:tav tm="100000">
                                          <p:val>
                                            <p:fltVal val="1"/>
                                          </p:val>
                                        </p:tav>
                                      </p:tavLst>
                                    </p:anim>
                                    <p:anim calcmode="lin" valueType="num">
                                      <p:cBhvr>
                                        <p:cTn id="12" dur="164" tmFilter="0, 0; 0.125,0.2665; 0.25,0.4; 0.375,0.465; 0.5,0.5;  0.625,0.535; 0.75,0.6; 0.875,0.7335; 1,1">
                                          <p:stCondLst>
                                            <p:cond delay="1656"/>
                                          </p:stCondLst>
                                        </p:cTn>
                                        <p:tgtEl>
                                          <p:spTgt spid="4"/>
                                        </p:tgtEl>
                                        <p:attrNameLst>
                                          <p:attrName>ppt_y</p:attrName>
                                        </p:attrNameLst>
                                      </p:cBhvr>
                                      <p:tavLst>
                                        <p:tav tm="0" fmla="#ppt_y-sin(pi*$)/81">
                                          <p:val>
                                            <p:fltVal val="0"/>
                                          </p:val>
                                        </p:tav>
                                        <p:tav tm="100000">
                                          <p:val>
                                            <p:fltVal val="1"/>
                                          </p:val>
                                        </p:tav>
                                      </p:tavLst>
                                    </p:anim>
                                    <p:animScale>
                                      <p:cBhvr>
                                        <p:cTn id="13" dur="26">
                                          <p:stCondLst>
                                            <p:cond delay="650"/>
                                          </p:stCondLst>
                                        </p:cTn>
                                        <p:tgtEl>
                                          <p:spTgt spid="4"/>
                                        </p:tgtEl>
                                      </p:cBhvr>
                                      <p:to x="100000" y="60000"/>
                                    </p:animScale>
                                    <p:animScale>
                                      <p:cBhvr>
                                        <p:cTn id="14" dur="166" decel="50000">
                                          <p:stCondLst>
                                            <p:cond delay="676"/>
                                          </p:stCondLst>
                                        </p:cTn>
                                        <p:tgtEl>
                                          <p:spTgt spid="4"/>
                                        </p:tgtEl>
                                      </p:cBhvr>
                                      <p:to x="100000" y="100000"/>
                                    </p:animScale>
                                    <p:animScale>
                                      <p:cBhvr>
                                        <p:cTn id="15" dur="26">
                                          <p:stCondLst>
                                            <p:cond delay="1312"/>
                                          </p:stCondLst>
                                        </p:cTn>
                                        <p:tgtEl>
                                          <p:spTgt spid="4"/>
                                        </p:tgtEl>
                                      </p:cBhvr>
                                      <p:to x="100000" y="80000"/>
                                    </p:animScale>
                                    <p:animScale>
                                      <p:cBhvr>
                                        <p:cTn id="16" dur="166" decel="50000">
                                          <p:stCondLst>
                                            <p:cond delay="1338"/>
                                          </p:stCondLst>
                                        </p:cTn>
                                        <p:tgtEl>
                                          <p:spTgt spid="4"/>
                                        </p:tgtEl>
                                      </p:cBhvr>
                                      <p:to x="100000" y="100000"/>
                                    </p:animScale>
                                    <p:animScale>
                                      <p:cBhvr>
                                        <p:cTn id="17" dur="26">
                                          <p:stCondLst>
                                            <p:cond delay="1642"/>
                                          </p:stCondLst>
                                        </p:cTn>
                                        <p:tgtEl>
                                          <p:spTgt spid="4"/>
                                        </p:tgtEl>
                                      </p:cBhvr>
                                      <p:to x="100000" y="90000"/>
                                    </p:animScale>
                                    <p:animScale>
                                      <p:cBhvr>
                                        <p:cTn id="18" dur="166" decel="50000">
                                          <p:stCondLst>
                                            <p:cond delay="1668"/>
                                          </p:stCondLst>
                                        </p:cTn>
                                        <p:tgtEl>
                                          <p:spTgt spid="4"/>
                                        </p:tgtEl>
                                      </p:cBhvr>
                                      <p:to x="100000" y="100000"/>
                                    </p:animScale>
                                    <p:animScale>
                                      <p:cBhvr>
                                        <p:cTn id="19" dur="26">
                                          <p:stCondLst>
                                            <p:cond delay="1808"/>
                                          </p:stCondLst>
                                        </p:cTn>
                                        <p:tgtEl>
                                          <p:spTgt spid="4"/>
                                        </p:tgtEl>
                                      </p:cBhvr>
                                      <p:to x="100000" y="95000"/>
                                    </p:animScale>
                                    <p:animScale>
                                      <p:cBhvr>
                                        <p:cTn id="20" dur="166" decel="50000">
                                          <p:stCondLst>
                                            <p:cond delay="1834"/>
                                          </p:stCondLst>
                                        </p:cTn>
                                        <p:tgtEl>
                                          <p:spTgt spid="4"/>
                                        </p:tgtEl>
                                      </p:cBhvr>
                                      <p:to x="100000" y="100000"/>
                                    </p:animScale>
                                  </p:childTnLst>
                                </p:cTn>
                              </p:par>
                            </p:childTnLst>
                          </p:cTn>
                        </p:par>
                      </p:childTnLst>
                    </p:cTn>
                  </p:par>
                  <p:par>
                    <p:cTn id="21" fill="hold">
                      <p:stCondLst>
                        <p:cond delay="indefinite"/>
                      </p:stCondLst>
                      <p:childTnLst>
                        <p:par>
                          <p:cTn id="22" fill="hold">
                            <p:stCondLst>
                              <p:cond delay="0"/>
                            </p:stCondLst>
                            <p:childTnLst>
                              <p:par>
                                <p:cTn id="23" presetID="19" presetClass="entr" presetSubtype="10" fill="hold" grpId="0" nodeType="clickEffect">
                                  <p:stCondLst>
                                    <p:cond delay="0"/>
                                  </p:stCondLst>
                                  <p:childTnLst>
                                    <p:set>
                                      <p:cBhvr>
                                        <p:cTn id="24" dur="1" fill="hold">
                                          <p:stCondLst>
                                            <p:cond delay="0"/>
                                          </p:stCondLst>
                                        </p:cTn>
                                        <p:tgtEl>
                                          <p:spTgt spid="5"/>
                                        </p:tgtEl>
                                        <p:attrNameLst>
                                          <p:attrName>style.visibility</p:attrName>
                                        </p:attrNameLst>
                                      </p:cBhvr>
                                      <p:to>
                                        <p:strVal val="visible"/>
                                      </p:to>
                                    </p:set>
                                    <p:anim calcmode="lin" valueType="num">
                                      <p:cBhvr>
                                        <p:cTn id="25" dur="5000" fill="hold"/>
                                        <p:tgtEl>
                                          <p:spTgt spid="5"/>
                                        </p:tgtEl>
                                        <p:attrNameLst>
                                          <p:attrName>ppt_w</p:attrName>
                                        </p:attrNameLst>
                                      </p:cBhvr>
                                      <p:tavLst>
                                        <p:tav tm="0" fmla="#ppt_w*sin(2.5*pi*$)">
                                          <p:val>
                                            <p:fltVal val="0"/>
                                          </p:val>
                                        </p:tav>
                                        <p:tav tm="100000">
                                          <p:val>
                                            <p:fltVal val="1"/>
                                          </p:val>
                                        </p:tav>
                                      </p:tavLst>
                                    </p:anim>
                                    <p:anim calcmode="lin" valueType="num">
                                      <p:cBhvr>
                                        <p:cTn id="26" dur="5000" fill="hold"/>
                                        <p:tgtEl>
                                          <p:spTgt spid="5"/>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p:bld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207</TotalTime>
  <Words>126</Words>
  <Application>Microsoft Office PowerPoint</Application>
  <PresentationFormat>On-screen Show (4:3)</PresentationFormat>
  <Paragraphs>22</Paragraphs>
  <Slides>8</Slides>
  <Notes>0</Notes>
  <HiddenSlides>0</HiddenSlides>
  <MMClips>0</MMClips>
  <ScaleCrop>false</ScaleCrop>
  <HeadingPairs>
    <vt:vector size="4" baseType="variant">
      <vt:variant>
        <vt:lpstr>Theme</vt:lpstr>
      </vt:variant>
      <vt:variant>
        <vt:i4>1</vt:i4>
      </vt:variant>
      <vt:variant>
        <vt:lpstr>Slide Titles</vt:lpstr>
      </vt:variant>
      <vt:variant>
        <vt:i4>8</vt:i4>
      </vt:variant>
    </vt:vector>
  </HeadingPairs>
  <TitlesOfParts>
    <vt:vector size="9" baseType="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موقف الإسلام للحياة</dc:title>
  <dc:creator>user1</dc:creator>
  <cp:lastModifiedBy>user1</cp:lastModifiedBy>
  <cp:revision>23</cp:revision>
  <dcterms:created xsi:type="dcterms:W3CDTF">2016-02-24T15:16:07Z</dcterms:created>
  <dcterms:modified xsi:type="dcterms:W3CDTF">2020-03-06T18:22:25Z</dcterms:modified>
</cp:coreProperties>
</file>