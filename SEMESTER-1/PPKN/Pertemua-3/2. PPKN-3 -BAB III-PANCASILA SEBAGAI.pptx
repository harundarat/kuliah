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7" r:id="rId3"/>
    <p:sldId id="298" r:id="rId4"/>
    <p:sldId id="299" r:id="rId5"/>
    <p:sldId id="277" r:id="rId6"/>
    <p:sldId id="300" r:id="rId7"/>
    <p:sldId id="288" r:id="rId8"/>
    <p:sldId id="308" r:id="rId9"/>
    <p:sldId id="304" r:id="rId10"/>
    <p:sldId id="313" r:id="rId11"/>
    <p:sldId id="314" r:id="rId12"/>
    <p:sldId id="292" r:id="rId13"/>
    <p:sldId id="316" r:id="rId14"/>
    <p:sldId id="315" r:id="rId15"/>
    <p:sldId id="309" r:id="rId16"/>
    <p:sldId id="310" r:id="rId17"/>
    <p:sldId id="311" r:id="rId18"/>
    <p:sldId id="317" r:id="rId19"/>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0000"/>
    <a:srgbClr val="005426"/>
    <a:srgbClr val="070274"/>
    <a:srgbClr val="0D04C4"/>
    <a:srgbClr val="7A0000"/>
    <a:srgbClr val="3E1B59"/>
    <a:srgbClr val="700000"/>
    <a:srgbClr val="A568D2"/>
    <a:srgbClr val="918E00"/>
    <a:srgbClr val="1F0E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350"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8DFC32-9934-46A6-BB8A-50AEC35AA027}" type="doc">
      <dgm:prSet loTypeId="urn:microsoft.com/office/officeart/2005/8/layout/pyramid1" loCatId="pyramid" qsTypeId="urn:microsoft.com/office/officeart/2005/8/quickstyle/3d3" qsCatId="3D" csTypeId="urn:microsoft.com/office/officeart/2005/8/colors/colorful1" csCatId="colorful" phldr="1"/>
      <dgm:spPr/>
    </dgm:pt>
    <dgm:pt modelId="{544B3724-C1D0-4A63-90C5-3DA8898EBD50}">
      <dgm:prSet phldrT="[Text]" custT="1"/>
      <dgm:spPr/>
      <dgm:t>
        <a:bodyPr/>
        <a:lstStyle/>
        <a:p>
          <a:r>
            <a:rPr lang="en-US" sz="800" dirty="0" smtClean="0">
              <a:latin typeface="Franklin Gothic Demi Cond" pitchFamily="34" charset="0"/>
            </a:rPr>
            <a:t>UUD 1945</a:t>
          </a:r>
          <a:endParaRPr lang="en-US" sz="800" dirty="0">
            <a:latin typeface="Franklin Gothic Demi Cond" pitchFamily="34" charset="0"/>
          </a:endParaRPr>
        </a:p>
      </dgm:t>
    </dgm:pt>
    <dgm:pt modelId="{D321FE8E-43B8-4B49-8790-3B72593F34E7}" type="parTrans" cxnId="{D5749427-D233-497A-9902-2CF1BAB29938}">
      <dgm:prSet/>
      <dgm:spPr/>
      <dgm:t>
        <a:bodyPr/>
        <a:lstStyle/>
        <a:p>
          <a:endParaRPr lang="en-US" sz="800">
            <a:latin typeface="Franklin Gothic Demi Cond" pitchFamily="34" charset="0"/>
          </a:endParaRPr>
        </a:p>
      </dgm:t>
    </dgm:pt>
    <dgm:pt modelId="{C0650244-F474-4857-B261-3BF887E25DF4}" type="sibTrans" cxnId="{D5749427-D233-497A-9902-2CF1BAB29938}">
      <dgm:prSet/>
      <dgm:spPr/>
      <dgm:t>
        <a:bodyPr/>
        <a:lstStyle/>
        <a:p>
          <a:endParaRPr lang="en-US" sz="800">
            <a:latin typeface="Franklin Gothic Demi Cond" pitchFamily="34" charset="0"/>
          </a:endParaRPr>
        </a:p>
      </dgm:t>
    </dgm:pt>
    <dgm:pt modelId="{9EFE3053-F93E-4A12-A08C-F4A16B33524D}">
      <dgm:prSet phldrT="[Text]" custT="1"/>
      <dgm:spPr/>
      <dgm:t>
        <a:bodyPr/>
        <a:lstStyle/>
        <a:p>
          <a:r>
            <a:rPr lang="en-US" sz="800" dirty="0" smtClean="0">
              <a:latin typeface="Franklin Gothic Demi Cond" pitchFamily="34" charset="0"/>
            </a:rPr>
            <a:t>TAP MPR</a:t>
          </a:r>
          <a:endParaRPr lang="en-US" sz="800" dirty="0">
            <a:latin typeface="Franklin Gothic Demi Cond" pitchFamily="34" charset="0"/>
          </a:endParaRPr>
        </a:p>
      </dgm:t>
    </dgm:pt>
    <dgm:pt modelId="{41E6A51F-6773-47EB-9915-2E03997EABC7}" type="parTrans" cxnId="{0C8400FB-2C25-4FB4-BF68-AF5AAE89B990}">
      <dgm:prSet/>
      <dgm:spPr/>
      <dgm:t>
        <a:bodyPr/>
        <a:lstStyle/>
        <a:p>
          <a:endParaRPr lang="en-US" sz="800">
            <a:latin typeface="Franklin Gothic Demi Cond" pitchFamily="34" charset="0"/>
          </a:endParaRPr>
        </a:p>
      </dgm:t>
    </dgm:pt>
    <dgm:pt modelId="{C434104C-0AD4-418C-8AD5-3ACE78100259}" type="sibTrans" cxnId="{0C8400FB-2C25-4FB4-BF68-AF5AAE89B990}">
      <dgm:prSet/>
      <dgm:spPr/>
      <dgm:t>
        <a:bodyPr/>
        <a:lstStyle/>
        <a:p>
          <a:endParaRPr lang="en-US" sz="800">
            <a:latin typeface="Franklin Gothic Demi Cond" pitchFamily="34" charset="0"/>
          </a:endParaRPr>
        </a:p>
      </dgm:t>
    </dgm:pt>
    <dgm:pt modelId="{E9FD70D0-8878-4801-AD28-E8BE915976D7}">
      <dgm:prSet phldrT="[Text]" custT="1"/>
      <dgm:spPr/>
      <dgm:t>
        <a:bodyPr/>
        <a:lstStyle/>
        <a:p>
          <a:r>
            <a:rPr lang="en-US" sz="800" dirty="0" smtClean="0">
              <a:latin typeface="Franklin Gothic Demi Cond" pitchFamily="34" charset="0"/>
            </a:rPr>
            <a:t>UU/PERPPU</a:t>
          </a:r>
          <a:endParaRPr lang="en-US" sz="800" dirty="0">
            <a:latin typeface="Franklin Gothic Demi Cond" pitchFamily="34" charset="0"/>
          </a:endParaRPr>
        </a:p>
      </dgm:t>
    </dgm:pt>
    <dgm:pt modelId="{1CFA6455-AE0F-41E3-9DD1-B4AA031440AD}" type="parTrans" cxnId="{EB8A9BF9-20D3-436E-8418-F97C6D567149}">
      <dgm:prSet/>
      <dgm:spPr/>
      <dgm:t>
        <a:bodyPr/>
        <a:lstStyle/>
        <a:p>
          <a:endParaRPr lang="en-US" sz="800">
            <a:latin typeface="Franklin Gothic Demi Cond" pitchFamily="34" charset="0"/>
          </a:endParaRPr>
        </a:p>
      </dgm:t>
    </dgm:pt>
    <dgm:pt modelId="{DEBDF084-E282-4256-8C70-826626CC9CD2}" type="sibTrans" cxnId="{EB8A9BF9-20D3-436E-8418-F97C6D567149}">
      <dgm:prSet/>
      <dgm:spPr/>
      <dgm:t>
        <a:bodyPr/>
        <a:lstStyle/>
        <a:p>
          <a:endParaRPr lang="en-US" sz="800">
            <a:latin typeface="Franklin Gothic Demi Cond" pitchFamily="34" charset="0"/>
          </a:endParaRPr>
        </a:p>
      </dgm:t>
    </dgm:pt>
    <dgm:pt modelId="{1E8B9D3A-A8C7-4932-A9D2-836E4A6B4F69}">
      <dgm:prSet phldrT="[Text]" custT="1"/>
      <dgm:spPr/>
      <dgm:t>
        <a:bodyPr/>
        <a:lstStyle/>
        <a:p>
          <a:r>
            <a:rPr lang="en-US" sz="800" dirty="0" smtClean="0">
              <a:latin typeface="Franklin Gothic Demi Cond" pitchFamily="34" charset="0"/>
            </a:rPr>
            <a:t>PERATURAN PEMERINTAH</a:t>
          </a:r>
          <a:endParaRPr lang="en-US" sz="800" dirty="0">
            <a:latin typeface="Franklin Gothic Demi Cond" pitchFamily="34" charset="0"/>
          </a:endParaRPr>
        </a:p>
      </dgm:t>
    </dgm:pt>
    <dgm:pt modelId="{1013A74B-7E55-4DFD-A722-62BB40FEABEF}" type="parTrans" cxnId="{CBAAC3A7-F255-4BAC-B262-30AF71A509EE}">
      <dgm:prSet/>
      <dgm:spPr/>
      <dgm:t>
        <a:bodyPr/>
        <a:lstStyle/>
        <a:p>
          <a:endParaRPr lang="en-US" sz="800">
            <a:latin typeface="Franklin Gothic Demi Cond" pitchFamily="34" charset="0"/>
          </a:endParaRPr>
        </a:p>
      </dgm:t>
    </dgm:pt>
    <dgm:pt modelId="{B88633A2-02D9-44B6-8617-15DEE17EA688}" type="sibTrans" cxnId="{CBAAC3A7-F255-4BAC-B262-30AF71A509EE}">
      <dgm:prSet/>
      <dgm:spPr/>
      <dgm:t>
        <a:bodyPr/>
        <a:lstStyle/>
        <a:p>
          <a:endParaRPr lang="en-US" sz="800">
            <a:latin typeface="Franklin Gothic Demi Cond" pitchFamily="34" charset="0"/>
          </a:endParaRPr>
        </a:p>
      </dgm:t>
    </dgm:pt>
    <dgm:pt modelId="{0CFAC5CE-3647-48C6-B89E-E98AEA9C026A}">
      <dgm:prSet phldrT="[Text]" custT="1"/>
      <dgm:spPr/>
      <dgm:t>
        <a:bodyPr/>
        <a:lstStyle/>
        <a:p>
          <a:r>
            <a:rPr lang="en-US" sz="800" dirty="0" smtClean="0">
              <a:latin typeface="Franklin Gothic Demi Cond" pitchFamily="34" charset="0"/>
            </a:rPr>
            <a:t>PERATURAN PRESIDEN</a:t>
          </a:r>
          <a:endParaRPr lang="en-US" sz="800" dirty="0">
            <a:latin typeface="Franklin Gothic Demi Cond" pitchFamily="34" charset="0"/>
          </a:endParaRPr>
        </a:p>
      </dgm:t>
    </dgm:pt>
    <dgm:pt modelId="{D97CDD00-AE35-4BCA-98B4-FA261F4FF536}" type="parTrans" cxnId="{2E8FAA51-66E5-41D7-AE1B-9DC66385CE85}">
      <dgm:prSet/>
      <dgm:spPr/>
      <dgm:t>
        <a:bodyPr/>
        <a:lstStyle/>
        <a:p>
          <a:endParaRPr lang="en-US" sz="800">
            <a:latin typeface="Franklin Gothic Demi Cond" pitchFamily="34" charset="0"/>
          </a:endParaRPr>
        </a:p>
      </dgm:t>
    </dgm:pt>
    <dgm:pt modelId="{2D72B887-6423-416F-8377-6C4C852B5C3C}" type="sibTrans" cxnId="{2E8FAA51-66E5-41D7-AE1B-9DC66385CE85}">
      <dgm:prSet/>
      <dgm:spPr/>
      <dgm:t>
        <a:bodyPr/>
        <a:lstStyle/>
        <a:p>
          <a:endParaRPr lang="en-US" sz="800">
            <a:latin typeface="Franklin Gothic Demi Cond" pitchFamily="34" charset="0"/>
          </a:endParaRPr>
        </a:p>
      </dgm:t>
    </dgm:pt>
    <dgm:pt modelId="{889E5DBE-4CC7-4342-BDAB-6573462CC246}">
      <dgm:prSet phldrT="[Text]" custT="1"/>
      <dgm:spPr/>
      <dgm:t>
        <a:bodyPr/>
        <a:lstStyle/>
        <a:p>
          <a:r>
            <a:rPr lang="en-US" sz="800" dirty="0" smtClean="0">
              <a:latin typeface="Franklin Gothic Demi Cond" pitchFamily="34" charset="0"/>
            </a:rPr>
            <a:t>PERDA PROVINSI</a:t>
          </a:r>
          <a:endParaRPr lang="en-US" sz="800" dirty="0">
            <a:latin typeface="Franklin Gothic Demi Cond" pitchFamily="34" charset="0"/>
          </a:endParaRPr>
        </a:p>
      </dgm:t>
    </dgm:pt>
    <dgm:pt modelId="{4FBB1D31-0D04-4F00-B120-EC2FC4AE17D1}" type="parTrans" cxnId="{7330529C-DA45-40AE-AA35-87AC5DFD7376}">
      <dgm:prSet/>
      <dgm:spPr/>
      <dgm:t>
        <a:bodyPr/>
        <a:lstStyle/>
        <a:p>
          <a:endParaRPr lang="en-US" sz="800">
            <a:latin typeface="Franklin Gothic Demi Cond" pitchFamily="34" charset="0"/>
          </a:endParaRPr>
        </a:p>
      </dgm:t>
    </dgm:pt>
    <dgm:pt modelId="{F00DD619-0A51-41F4-B315-F6B0961C1534}" type="sibTrans" cxnId="{7330529C-DA45-40AE-AA35-87AC5DFD7376}">
      <dgm:prSet/>
      <dgm:spPr/>
      <dgm:t>
        <a:bodyPr/>
        <a:lstStyle/>
        <a:p>
          <a:endParaRPr lang="en-US" sz="800">
            <a:latin typeface="Franklin Gothic Demi Cond" pitchFamily="34" charset="0"/>
          </a:endParaRPr>
        </a:p>
      </dgm:t>
    </dgm:pt>
    <dgm:pt modelId="{8F774F4C-86AD-4FA0-BFB7-68E0CC2E77E5}">
      <dgm:prSet phldrT="[Text]" custT="1"/>
      <dgm:spPr/>
      <dgm:t>
        <a:bodyPr/>
        <a:lstStyle/>
        <a:p>
          <a:r>
            <a:rPr lang="en-US" sz="800" dirty="0" smtClean="0">
              <a:latin typeface="Franklin Gothic Demi Cond" pitchFamily="34" charset="0"/>
            </a:rPr>
            <a:t>PERDA KEBUPATEN/KOTA</a:t>
          </a:r>
          <a:endParaRPr lang="en-US" sz="800" dirty="0">
            <a:latin typeface="Franklin Gothic Demi Cond" pitchFamily="34" charset="0"/>
          </a:endParaRPr>
        </a:p>
      </dgm:t>
    </dgm:pt>
    <dgm:pt modelId="{6518CE35-D8A7-4AA4-9248-9D1BACF26EFC}" type="parTrans" cxnId="{1481FA12-EED1-454F-AD8F-C4862DF41A11}">
      <dgm:prSet/>
      <dgm:spPr/>
      <dgm:t>
        <a:bodyPr/>
        <a:lstStyle/>
        <a:p>
          <a:endParaRPr lang="en-US" sz="800">
            <a:latin typeface="Franklin Gothic Demi Cond" pitchFamily="34" charset="0"/>
          </a:endParaRPr>
        </a:p>
      </dgm:t>
    </dgm:pt>
    <dgm:pt modelId="{C4AF5FE6-0E4D-46AF-9E4A-71E4020011A1}" type="sibTrans" cxnId="{1481FA12-EED1-454F-AD8F-C4862DF41A11}">
      <dgm:prSet/>
      <dgm:spPr/>
      <dgm:t>
        <a:bodyPr/>
        <a:lstStyle/>
        <a:p>
          <a:endParaRPr lang="en-US" sz="800">
            <a:latin typeface="Franklin Gothic Demi Cond" pitchFamily="34" charset="0"/>
          </a:endParaRPr>
        </a:p>
      </dgm:t>
    </dgm:pt>
    <dgm:pt modelId="{5028501D-8C5C-4C72-9AC7-CD5DEAACB545}" type="pres">
      <dgm:prSet presAssocID="{708DFC32-9934-46A6-BB8A-50AEC35AA027}" presName="Name0" presStyleCnt="0">
        <dgm:presLayoutVars>
          <dgm:dir/>
          <dgm:animLvl val="lvl"/>
          <dgm:resizeHandles val="exact"/>
        </dgm:presLayoutVars>
      </dgm:prSet>
      <dgm:spPr/>
    </dgm:pt>
    <dgm:pt modelId="{BB39D326-C39B-4C58-ADDC-41612CCF9DDF}" type="pres">
      <dgm:prSet presAssocID="{544B3724-C1D0-4A63-90C5-3DA8898EBD50}" presName="Name8" presStyleCnt="0"/>
      <dgm:spPr/>
    </dgm:pt>
    <dgm:pt modelId="{7351E369-55FF-4F55-8197-D78223AA764C}" type="pres">
      <dgm:prSet presAssocID="{544B3724-C1D0-4A63-90C5-3DA8898EBD50}" presName="level" presStyleLbl="node1" presStyleIdx="0" presStyleCnt="7">
        <dgm:presLayoutVars>
          <dgm:chMax val="1"/>
          <dgm:bulletEnabled val="1"/>
        </dgm:presLayoutVars>
      </dgm:prSet>
      <dgm:spPr/>
      <dgm:t>
        <a:bodyPr/>
        <a:lstStyle/>
        <a:p>
          <a:endParaRPr lang="en-US"/>
        </a:p>
      </dgm:t>
    </dgm:pt>
    <dgm:pt modelId="{9B8E2441-BB12-458C-84E2-CC06B0E99C7C}" type="pres">
      <dgm:prSet presAssocID="{544B3724-C1D0-4A63-90C5-3DA8898EBD50}" presName="levelTx" presStyleLbl="revTx" presStyleIdx="0" presStyleCnt="0">
        <dgm:presLayoutVars>
          <dgm:chMax val="1"/>
          <dgm:bulletEnabled val="1"/>
        </dgm:presLayoutVars>
      </dgm:prSet>
      <dgm:spPr/>
      <dgm:t>
        <a:bodyPr/>
        <a:lstStyle/>
        <a:p>
          <a:endParaRPr lang="en-US"/>
        </a:p>
      </dgm:t>
    </dgm:pt>
    <dgm:pt modelId="{4A1E5B47-4736-47EB-97FC-A851D01C4845}" type="pres">
      <dgm:prSet presAssocID="{9EFE3053-F93E-4A12-A08C-F4A16B33524D}" presName="Name8" presStyleCnt="0"/>
      <dgm:spPr/>
    </dgm:pt>
    <dgm:pt modelId="{5F9D88F8-A6E3-451F-9E4D-50061A5B59FC}" type="pres">
      <dgm:prSet presAssocID="{9EFE3053-F93E-4A12-A08C-F4A16B33524D}" presName="level" presStyleLbl="node1" presStyleIdx="1" presStyleCnt="7">
        <dgm:presLayoutVars>
          <dgm:chMax val="1"/>
          <dgm:bulletEnabled val="1"/>
        </dgm:presLayoutVars>
      </dgm:prSet>
      <dgm:spPr/>
      <dgm:t>
        <a:bodyPr/>
        <a:lstStyle/>
        <a:p>
          <a:endParaRPr lang="en-US"/>
        </a:p>
      </dgm:t>
    </dgm:pt>
    <dgm:pt modelId="{5E83845F-AF2C-45E1-92C2-8A7C1ED30A02}" type="pres">
      <dgm:prSet presAssocID="{9EFE3053-F93E-4A12-A08C-F4A16B33524D}" presName="levelTx" presStyleLbl="revTx" presStyleIdx="0" presStyleCnt="0">
        <dgm:presLayoutVars>
          <dgm:chMax val="1"/>
          <dgm:bulletEnabled val="1"/>
        </dgm:presLayoutVars>
      </dgm:prSet>
      <dgm:spPr/>
      <dgm:t>
        <a:bodyPr/>
        <a:lstStyle/>
        <a:p>
          <a:endParaRPr lang="en-US"/>
        </a:p>
      </dgm:t>
    </dgm:pt>
    <dgm:pt modelId="{29B0F503-D936-4B2C-9C00-1A9A47EBD1B7}" type="pres">
      <dgm:prSet presAssocID="{E9FD70D0-8878-4801-AD28-E8BE915976D7}" presName="Name8" presStyleCnt="0"/>
      <dgm:spPr/>
    </dgm:pt>
    <dgm:pt modelId="{E7B0FA95-04D3-48F3-82B1-5FD00CA96313}" type="pres">
      <dgm:prSet presAssocID="{E9FD70D0-8878-4801-AD28-E8BE915976D7}" presName="level" presStyleLbl="node1" presStyleIdx="2" presStyleCnt="7">
        <dgm:presLayoutVars>
          <dgm:chMax val="1"/>
          <dgm:bulletEnabled val="1"/>
        </dgm:presLayoutVars>
      </dgm:prSet>
      <dgm:spPr/>
      <dgm:t>
        <a:bodyPr/>
        <a:lstStyle/>
        <a:p>
          <a:endParaRPr lang="en-US"/>
        </a:p>
      </dgm:t>
    </dgm:pt>
    <dgm:pt modelId="{7FD53E3D-83CD-4C8F-93ED-D8FFCA6B085F}" type="pres">
      <dgm:prSet presAssocID="{E9FD70D0-8878-4801-AD28-E8BE915976D7}" presName="levelTx" presStyleLbl="revTx" presStyleIdx="0" presStyleCnt="0">
        <dgm:presLayoutVars>
          <dgm:chMax val="1"/>
          <dgm:bulletEnabled val="1"/>
        </dgm:presLayoutVars>
      </dgm:prSet>
      <dgm:spPr/>
      <dgm:t>
        <a:bodyPr/>
        <a:lstStyle/>
        <a:p>
          <a:endParaRPr lang="en-US"/>
        </a:p>
      </dgm:t>
    </dgm:pt>
    <dgm:pt modelId="{693ED3D0-B75F-49BB-97E1-6310430855C4}" type="pres">
      <dgm:prSet presAssocID="{1E8B9D3A-A8C7-4932-A9D2-836E4A6B4F69}" presName="Name8" presStyleCnt="0"/>
      <dgm:spPr/>
    </dgm:pt>
    <dgm:pt modelId="{CDC4C4BA-B7BD-4A52-921D-9C5D54A58253}" type="pres">
      <dgm:prSet presAssocID="{1E8B9D3A-A8C7-4932-A9D2-836E4A6B4F69}" presName="level" presStyleLbl="node1" presStyleIdx="3" presStyleCnt="7">
        <dgm:presLayoutVars>
          <dgm:chMax val="1"/>
          <dgm:bulletEnabled val="1"/>
        </dgm:presLayoutVars>
      </dgm:prSet>
      <dgm:spPr/>
      <dgm:t>
        <a:bodyPr/>
        <a:lstStyle/>
        <a:p>
          <a:endParaRPr lang="en-US"/>
        </a:p>
      </dgm:t>
    </dgm:pt>
    <dgm:pt modelId="{86BA54F9-327E-49F0-B602-FB4A3C39730F}" type="pres">
      <dgm:prSet presAssocID="{1E8B9D3A-A8C7-4932-A9D2-836E4A6B4F69}" presName="levelTx" presStyleLbl="revTx" presStyleIdx="0" presStyleCnt="0">
        <dgm:presLayoutVars>
          <dgm:chMax val="1"/>
          <dgm:bulletEnabled val="1"/>
        </dgm:presLayoutVars>
      </dgm:prSet>
      <dgm:spPr/>
      <dgm:t>
        <a:bodyPr/>
        <a:lstStyle/>
        <a:p>
          <a:endParaRPr lang="en-US"/>
        </a:p>
      </dgm:t>
    </dgm:pt>
    <dgm:pt modelId="{EA6765B1-75A4-4770-8D9A-0FB18E2EA870}" type="pres">
      <dgm:prSet presAssocID="{0CFAC5CE-3647-48C6-B89E-E98AEA9C026A}" presName="Name8" presStyleCnt="0"/>
      <dgm:spPr/>
    </dgm:pt>
    <dgm:pt modelId="{D4748690-3425-4DB0-9160-15A99F683364}" type="pres">
      <dgm:prSet presAssocID="{0CFAC5CE-3647-48C6-B89E-E98AEA9C026A}" presName="level" presStyleLbl="node1" presStyleIdx="4" presStyleCnt="7">
        <dgm:presLayoutVars>
          <dgm:chMax val="1"/>
          <dgm:bulletEnabled val="1"/>
        </dgm:presLayoutVars>
      </dgm:prSet>
      <dgm:spPr/>
      <dgm:t>
        <a:bodyPr/>
        <a:lstStyle/>
        <a:p>
          <a:endParaRPr lang="en-US"/>
        </a:p>
      </dgm:t>
    </dgm:pt>
    <dgm:pt modelId="{ECE614EE-D5C1-46DF-8B04-A2F7F94BC411}" type="pres">
      <dgm:prSet presAssocID="{0CFAC5CE-3647-48C6-B89E-E98AEA9C026A}" presName="levelTx" presStyleLbl="revTx" presStyleIdx="0" presStyleCnt="0">
        <dgm:presLayoutVars>
          <dgm:chMax val="1"/>
          <dgm:bulletEnabled val="1"/>
        </dgm:presLayoutVars>
      </dgm:prSet>
      <dgm:spPr/>
      <dgm:t>
        <a:bodyPr/>
        <a:lstStyle/>
        <a:p>
          <a:endParaRPr lang="en-US"/>
        </a:p>
      </dgm:t>
    </dgm:pt>
    <dgm:pt modelId="{1F34757F-E4DD-4720-98E9-8BF8B8643CD4}" type="pres">
      <dgm:prSet presAssocID="{889E5DBE-4CC7-4342-BDAB-6573462CC246}" presName="Name8" presStyleCnt="0"/>
      <dgm:spPr/>
    </dgm:pt>
    <dgm:pt modelId="{2A144BA3-A3CA-46A2-9CF3-F8F8A2B956BE}" type="pres">
      <dgm:prSet presAssocID="{889E5DBE-4CC7-4342-BDAB-6573462CC246}" presName="level" presStyleLbl="node1" presStyleIdx="5" presStyleCnt="7">
        <dgm:presLayoutVars>
          <dgm:chMax val="1"/>
          <dgm:bulletEnabled val="1"/>
        </dgm:presLayoutVars>
      </dgm:prSet>
      <dgm:spPr/>
      <dgm:t>
        <a:bodyPr/>
        <a:lstStyle/>
        <a:p>
          <a:endParaRPr lang="en-US"/>
        </a:p>
      </dgm:t>
    </dgm:pt>
    <dgm:pt modelId="{1F36E7C6-0B73-4CDD-8C3D-9ABFB40FA08A}" type="pres">
      <dgm:prSet presAssocID="{889E5DBE-4CC7-4342-BDAB-6573462CC246}" presName="levelTx" presStyleLbl="revTx" presStyleIdx="0" presStyleCnt="0">
        <dgm:presLayoutVars>
          <dgm:chMax val="1"/>
          <dgm:bulletEnabled val="1"/>
        </dgm:presLayoutVars>
      </dgm:prSet>
      <dgm:spPr/>
      <dgm:t>
        <a:bodyPr/>
        <a:lstStyle/>
        <a:p>
          <a:endParaRPr lang="en-US"/>
        </a:p>
      </dgm:t>
    </dgm:pt>
    <dgm:pt modelId="{DB7FFCE5-CDE1-4B9D-BEE7-ECF8A5386F0A}" type="pres">
      <dgm:prSet presAssocID="{8F774F4C-86AD-4FA0-BFB7-68E0CC2E77E5}" presName="Name8" presStyleCnt="0"/>
      <dgm:spPr/>
    </dgm:pt>
    <dgm:pt modelId="{BC2E6460-A806-423F-91BC-DF78371CE9D8}" type="pres">
      <dgm:prSet presAssocID="{8F774F4C-86AD-4FA0-BFB7-68E0CC2E77E5}" presName="level" presStyleLbl="node1" presStyleIdx="6" presStyleCnt="7">
        <dgm:presLayoutVars>
          <dgm:chMax val="1"/>
          <dgm:bulletEnabled val="1"/>
        </dgm:presLayoutVars>
      </dgm:prSet>
      <dgm:spPr/>
      <dgm:t>
        <a:bodyPr/>
        <a:lstStyle/>
        <a:p>
          <a:endParaRPr lang="en-US"/>
        </a:p>
      </dgm:t>
    </dgm:pt>
    <dgm:pt modelId="{AE1DA1DF-E749-43DA-8159-249D6ABC2D6D}" type="pres">
      <dgm:prSet presAssocID="{8F774F4C-86AD-4FA0-BFB7-68E0CC2E77E5}" presName="levelTx" presStyleLbl="revTx" presStyleIdx="0" presStyleCnt="0">
        <dgm:presLayoutVars>
          <dgm:chMax val="1"/>
          <dgm:bulletEnabled val="1"/>
        </dgm:presLayoutVars>
      </dgm:prSet>
      <dgm:spPr/>
      <dgm:t>
        <a:bodyPr/>
        <a:lstStyle/>
        <a:p>
          <a:endParaRPr lang="en-US"/>
        </a:p>
      </dgm:t>
    </dgm:pt>
  </dgm:ptLst>
  <dgm:cxnLst>
    <dgm:cxn modelId="{AEFEED75-C3F0-426E-9528-80412E180946}" type="presOf" srcId="{0CFAC5CE-3647-48C6-B89E-E98AEA9C026A}" destId="{D4748690-3425-4DB0-9160-15A99F683364}" srcOrd="0" destOrd="0" presId="urn:microsoft.com/office/officeart/2005/8/layout/pyramid1"/>
    <dgm:cxn modelId="{D5749427-D233-497A-9902-2CF1BAB29938}" srcId="{708DFC32-9934-46A6-BB8A-50AEC35AA027}" destId="{544B3724-C1D0-4A63-90C5-3DA8898EBD50}" srcOrd="0" destOrd="0" parTransId="{D321FE8E-43B8-4B49-8790-3B72593F34E7}" sibTransId="{C0650244-F474-4857-B261-3BF887E25DF4}"/>
    <dgm:cxn modelId="{EB8A9BF9-20D3-436E-8418-F97C6D567149}" srcId="{708DFC32-9934-46A6-BB8A-50AEC35AA027}" destId="{E9FD70D0-8878-4801-AD28-E8BE915976D7}" srcOrd="2" destOrd="0" parTransId="{1CFA6455-AE0F-41E3-9DD1-B4AA031440AD}" sibTransId="{DEBDF084-E282-4256-8C70-826626CC9CD2}"/>
    <dgm:cxn modelId="{E998A335-0BE0-48A2-8ADF-E02AF6B572F8}" type="presOf" srcId="{8F774F4C-86AD-4FA0-BFB7-68E0CC2E77E5}" destId="{AE1DA1DF-E749-43DA-8159-249D6ABC2D6D}" srcOrd="1" destOrd="0" presId="urn:microsoft.com/office/officeart/2005/8/layout/pyramid1"/>
    <dgm:cxn modelId="{FBF6D848-B110-4B54-84DF-A9C1980985CE}" type="presOf" srcId="{E9FD70D0-8878-4801-AD28-E8BE915976D7}" destId="{E7B0FA95-04D3-48F3-82B1-5FD00CA96313}" srcOrd="0" destOrd="0" presId="urn:microsoft.com/office/officeart/2005/8/layout/pyramid1"/>
    <dgm:cxn modelId="{95F7E0AE-44D6-4DAD-A38A-B87B851EE506}" type="presOf" srcId="{9EFE3053-F93E-4A12-A08C-F4A16B33524D}" destId="{5F9D88F8-A6E3-451F-9E4D-50061A5B59FC}" srcOrd="0" destOrd="0" presId="urn:microsoft.com/office/officeart/2005/8/layout/pyramid1"/>
    <dgm:cxn modelId="{E8C5FDA0-8C62-46BB-B772-AB5A86BCCFF5}" type="presOf" srcId="{889E5DBE-4CC7-4342-BDAB-6573462CC246}" destId="{2A144BA3-A3CA-46A2-9CF3-F8F8A2B956BE}" srcOrd="0" destOrd="0" presId="urn:microsoft.com/office/officeart/2005/8/layout/pyramid1"/>
    <dgm:cxn modelId="{1481FA12-EED1-454F-AD8F-C4862DF41A11}" srcId="{708DFC32-9934-46A6-BB8A-50AEC35AA027}" destId="{8F774F4C-86AD-4FA0-BFB7-68E0CC2E77E5}" srcOrd="6" destOrd="0" parTransId="{6518CE35-D8A7-4AA4-9248-9D1BACF26EFC}" sibTransId="{C4AF5FE6-0E4D-46AF-9E4A-71E4020011A1}"/>
    <dgm:cxn modelId="{CBAAC3A7-F255-4BAC-B262-30AF71A509EE}" srcId="{708DFC32-9934-46A6-BB8A-50AEC35AA027}" destId="{1E8B9D3A-A8C7-4932-A9D2-836E4A6B4F69}" srcOrd="3" destOrd="0" parTransId="{1013A74B-7E55-4DFD-A722-62BB40FEABEF}" sibTransId="{B88633A2-02D9-44B6-8617-15DEE17EA688}"/>
    <dgm:cxn modelId="{BBE7657E-20F2-48C4-A140-64C7FC98BBDD}" type="presOf" srcId="{1E8B9D3A-A8C7-4932-A9D2-836E4A6B4F69}" destId="{86BA54F9-327E-49F0-B602-FB4A3C39730F}" srcOrd="1" destOrd="0" presId="urn:microsoft.com/office/officeart/2005/8/layout/pyramid1"/>
    <dgm:cxn modelId="{788B9562-0CF7-40E7-B870-5E130E486C5D}" type="presOf" srcId="{889E5DBE-4CC7-4342-BDAB-6573462CC246}" destId="{1F36E7C6-0B73-4CDD-8C3D-9ABFB40FA08A}" srcOrd="1" destOrd="0" presId="urn:microsoft.com/office/officeart/2005/8/layout/pyramid1"/>
    <dgm:cxn modelId="{8ECC3C73-CBF6-4429-BD82-051E2FFAF978}" type="presOf" srcId="{8F774F4C-86AD-4FA0-BFB7-68E0CC2E77E5}" destId="{BC2E6460-A806-423F-91BC-DF78371CE9D8}" srcOrd="0" destOrd="0" presId="urn:microsoft.com/office/officeart/2005/8/layout/pyramid1"/>
    <dgm:cxn modelId="{74523CE0-A0CE-4573-9758-AC065B5F50E2}" type="presOf" srcId="{544B3724-C1D0-4A63-90C5-3DA8898EBD50}" destId="{7351E369-55FF-4F55-8197-D78223AA764C}" srcOrd="0" destOrd="0" presId="urn:microsoft.com/office/officeart/2005/8/layout/pyramid1"/>
    <dgm:cxn modelId="{2E8FAA51-66E5-41D7-AE1B-9DC66385CE85}" srcId="{708DFC32-9934-46A6-BB8A-50AEC35AA027}" destId="{0CFAC5CE-3647-48C6-B89E-E98AEA9C026A}" srcOrd="4" destOrd="0" parTransId="{D97CDD00-AE35-4BCA-98B4-FA261F4FF536}" sibTransId="{2D72B887-6423-416F-8377-6C4C852B5C3C}"/>
    <dgm:cxn modelId="{7330529C-DA45-40AE-AA35-87AC5DFD7376}" srcId="{708DFC32-9934-46A6-BB8A-50AEC35AA027}" destId="{889E5DBE-4CC7-4342-BDAB-6573462CC246}" srcOrd="5" destOrd="0" parTransId="{4FBB1D31-0D04-4F00-B120-EC2FC4AE17D1}" sibTransId="{F00DD619-0A51-41F4-B315-F6B0961C1534}"/>
    <dgm:cxn modelId="{A8019940-84CD-4C10-8669-85E876255285}" type="presOf" srcId="{E9FD70D0-8878-4801-AD28-E8BE915976D7}" destId="{7FD53E3D-83CD-4C8F-93ED-D8FFCA6B085F}" srcOrd="1" destOrd="0" presId="urn:microsoft.com/office/officeart/2005/8/layout/pyramid1"/>
    <dgm:cxn modelId="{2EE1AEF2-F42C-49C3-9C7F-4DC373A4036D}" type="presOf" srcId="{0CFAC5CE-3647-48C6-B89E-E98AEA9C026A}" destId="{ECE614EE-D5C1-46DF-8B04-A2F7F94BC411}" srcOrd="1" destOrd="0" presId="urn:microsoft.com/office/officeart/2005/8/layout/pyramid1"/>
    <dgm:cxn modelId="{77E70C76-7F08-458A-B635-B5B17EDFCD0B}" type="presOf" srcId="{544B3724-C1D0-4A63-90C5-3DA8898EBD50}" destId="{9B8E2441-BB12-458C-84E2-CC06B0E99C7C}" srcOrd="1" destOrd="0" presId="urn:microsoft.com/office/officeart/2005/8/layout/pyramid1"/>
    <dgm:cxn modelId="{0C8400FB-2C25-4FB4-BF68-AF5AAE89B990}" srcId="{708DFC32-9934-46A6-BB8A-50AEC35AA027}" destId="{9EFE3053-F93E-4A12-A08C-F4A16B33524D}" srcOrd="1" destOrd="0" parTransId="{41E6A51F-6773-47EB-9915-2E03997EABC7}" sibTransId="{C434104C-0AD4-418C-8AD5-3ACE78100259}"/>
    <dgm:cxn modelId="{F7FED759-08F1-478C-8E02-762A2F47A2A7}" type="presOf" srcId="{1E8B9D3A-A8C7-4932-A9D2-836E4A6B4F69}" destId="{CDC4C4BA-B7BD-4A52-921D-9C5D54A58253}" srcOrd="0" destOrd="0" presId="urn:microsoft.com/office/officeart/2005/8/layout/pyramid1"/>
    <dgm:cxn modelId="{AFD819C3-6C2D-4706-BA3D-0A38FC5384D3}" type="presOf" srcId="{9EFE3053-F93E-4A12-A08C-F4A16B33524D}" destId="{5E83845F-AF2C-45E1-92C2-8A7C1ED30A02}" srcOrd="1" destOrd="0" presId="urn:microsoft.com/office/officeart/2005/8/layout/pyramid1"/>
    <dgm:cxn modelId="{374C2AAB-1881-42CB-AC13-01DDB2C41353}" type="presOf" srcId="{708DFC32-9934-46A6-BB8A-50AEC35AA027}" destId="{5028501D-8C5C-4C72-9AC7-CD5DEAACB545}" srcOrd="0" destOrd="0" presId="urn:microsoft.com/office/officeart/2005/8/layout/pyramid1"/>
    <dgm:cxn modelId="{F2EED424-06F9-4017-A39A-88019268EBBF}" type="presParOf" srcId="{5028501D-8C5C-4C72-9AC7-CD5DEAACB545}" destId="{BB39D326-C39B-4C58-ADDC-41612CCF9DDF}" srcOrd="0" destOrd="0" presId="urn:microsoft.com/office/officeart/2005/8/layout/pyramid1"/>
    <dgm:cxn modelId="{91B19B30-1A82-48E0-9276-28946DE58E72}" type="presParOf" srcId="{BB39D326-C39B-4C58-ADDC-41612CCF9DDF}" destId="{7351E369-55FF-4F55-8197-D78223AA764C}" srcOrd="0" destOrd="0" presId="urn:microsoft.com/office/officeart/2005/8/layout/pyramid1"/>
    <dgm:cxn modelId="{3651DF1F-CAC3-48B9-87E2-524C2280490E}" type="presParOf" srcId="{BB39D326-C39B-4C58-ADDC-41612CCF9DDF}" destId="{9B8E2441-BB12-458C-84E2-CC06B0E99C7C}" srcOrd="1" destOrd="0" presId="urn:microsoft.com/office/officeart/2005/8/layout/pyramid1"/>
    <dgm:cxn modelId="{DF723760-A006-4F6D-BD71-329C6E8DEC8D}" type="presParOf" srcId="{5028501D-8C5C-4C72-9AC7-CD5DEAACB545}" destId="{4A1E5B47-4736-47EB-97FC-A851D01C4845}" srcOrd="1" destOrd="0" presId="urn:microsoft.com/office/officeart/2005/8/layout/pyramid1"/>
    <dgm:cxn modelId="{A6DF8ED9-641C-4DDE-ADB7-46DA9BEE1CA1}" type="presParOf" srcId="{4A1E5B47-4736-47EB-97FC-A851D01C4845}" destId="{5F9D88F8-A6E3-451F-9E4D-50061A5B59FC}" srcOrd="0" destOrd="0" presId="urn:microsoft.com/office/officeart/2005/8/layout/pyramid1"/>
    <dgm:cxn modelId="{D4F679D2-5B35-40DE-B9E1-A1D2A26C9528}" type="presParOf" srcId="{4A1E5B47-4736-47EB-97FC-A851D01C4845}" destId="{5E83845F-AF2C-45E1-92C2-8A7C1ED30A02}" srcOrd="1" destOrd="0" presId="urn:microsoft.com/office/officeart/2005/8/layout/pyramid1"/>
    <dgm:cxn modelId="{D4BF3751-B974-4815-9D89-B46D6272A617}" type="presParOf" srcId="{5028501D-8C5C-4C72-9AC7-CD5DEAACB545}" destId="{29B0F503-D936-4B2C-9C00-1A9A47EBD1B7}" srcOrd="2" destOrd="0" presId="urn:microsoft.com/office/officeart/2005/8/layout/pyramid1"/>
    <dgm:cxn modelId="{A9FE9266-62F7-4080-9BC0-9F5568177A88}" type="presParOf" srcId="{29B0F503-D936-4B2C-9C00-1A9A47EBD1B7}" destId="{E7B0FA95-04D3-48F3-82B1-5FD00CA96313}" srcOrd="0" destOrd="0" presId="urn:microsoft.com/office/officeart/2005/8/layout/pyramid1"/>
    <dgm:cxn modelId="{C9567F92-BF14-4B0E-95C2-F907080EBB78}" type="presParOf" srcId="{29B0F503-D936-4B2C-9C00-1A9A47EBD1B7}" destId="{7FD53E3D-83CD-4C8F-93ED-D8FFCA6B085F}" srcOrd="1" destOrd="0" presId="urn:microsoft.com/office/officeart/2005/8/layout/pyramid1"/>
    <dgm:cxn modelId="{147B0C28-6269-462E-902E-3BF2F1EB5D05}" type="presParOf" srcId="{5028501D-8C5C-4C72-9AC7-CD5DEAACB545}" destId="{693ED3D0-B75F-49BB-97E1-6310430855C4}" srcOrd="3" destOrd="0" presId="urn:microsoft.com/office/officeart/2005/8/layout/pyramid1"/>
    <dgm:cxn modelId="{43029C10-2E4E-4CBB-905D-9377975D226D}" type="presParOf" srcId="{693ED3D0-B75F-49BB-97E1-6310430855C4}" destId="{CDC4C4BA-B7BD-4A52-921D-9C5D54A58253}" srcOrd="0" destOrd="0" presId="urn:microsoft.com/office/officeart/2005/8/layout/pyramid1"/>
    <dgm:cxn modelId="{7C43D2C8-AC95-4207-ABF0-BB82211D575C}" type="presParOf" srcId="{693ED3D0-B75F-49BB-97E1-6310430855C4}" destId="{86BA54F9-327E-49F0-B602-FB4A3C39730F}" srcOrd="1" destOrd="0" presId="urn:microsoft.com/office/officeart/2005/8/layout/pyramid1"/>
    <dgm:cxn modelId="{50B27D34-985A-4A36-873F-E0A6A1CFCA4E}" type="presParOf" srcId="{5028501D-8C5C-4C72-9AC7-CD5DEAACB545}" destId="{EA6765B1-75A4-4770-8D9A-0FB18E2EA870}" srcOrd="4" destOrd="0" presId="urn:microsoft.com/office/officeart/2005/8/layout/pyramid1"/>
    <dgm:cxn modelId="{CCF88647-BBA6-4D9B-9C0F-67C958AB0C39}" type="presParOf" srcId="{EA6765B1-75A4-4770-8D9A-0FB18E2EA870}" destId="{D4748690-3425-4DB0-9160-15A99F683364}" srcOrd="0" destOrd="0" presId="urn:microsoft.com/office/officeart/2005/8/layout/pyramid1"/>
    <dgm:cxn modelId="{5210F530-0904-4FB9-B950-B29E090051F4}" type="presParOf" srcId="{EA6765B1-75A4-4770-8D9A-0FB18E2EA870}" destId="{ECE614EE-D5C1-46DF-8B04-A2F7F94BC411}" srcOrd="1" destOrd="0" presId="urn:microsoft.com/office/officeart/2005/8/layout/pyramid1"/>
    <dgm:cxn modelId="{11C3526D-4BD2-49DE-AF60-011FE82F32EA}" type="presParOf" srcId="{5028501D-8C5C-4C72-9AC7-CD5DEAACB545}" destId="{1F34757F-E4DD-4720-98E9-8BF8B8643CD4}" srcOrd="5" destOrd="0" presId="urn:microsoft.com/office/officeart/2005/8/layout/pyramid1"/>
    <dgm:cxn modelId="{4E2C1DA0-D13C-4208-82CF-D270E91EFC23}" type="presParOf" srcId="{1F34757F-E4DD-4720-98E9-8BF8B8643CD4}" destId="{2A144BA3-A3CA-46A2-9CF3-F8F8A2B956BE}" srcOrd="0" destOrd="0" presId="urn:microsoft.com/office/officeart/2005/8/layout/pyramid1"/>
    <dgm:cxn modelId="{B0A2D42A-AF6A-4470-8CE6-AE1E92AC8A2A}" type="presParOf" srcId="{1F34757F-E4DD-4720-98E9-8BF8B8643CD4}" destId="{1F36E7C6-0B73-4CDD-8C3D-9ABFB40FA08A}" srcOrd="1" destOrd="0" presId="urn:microsoft.com/office/officeart/2005/8/layout/pyramid1"/>
    <dgm:cxn modelId="{A6BA6529-BD84-4DCA-BA81-32EE2CEAE314}" type="presParOf" srcId="{5028501D-8C5C-4C72-9AC7-CD5DEAACB545}" destId="{DB7FFCE5-CDE1-4B9D-BEE7-ECF8A5386F0A}" srcOrd="6" destOrd="0" presId="urn:microsoft.com/office/officeart/2005/8/layout/pyramid1"/>
    <dgm:cxn modelId="{B2B1517D-A25D-4942-B478-987CBAC42060}" type="presParOf" srcId="{DB7FFCE5-CDE1-4B9D-BEE7-ECF8A5386F0A}" destId="{BC2E6460-A806-423F-91BC-DF78371CE9D8}" srcOrd="0" destOrd="0" presId="urn:microsoft.com/office/officeart/2005/8/layout/pyramid1"/>
    <dgm:cxn modelId="{BF725663-7891-4A72-ADB9-306EFD248473}" type="presParOf" srcId="{DB7FFCE5-CDE1-4B9D-BEE7-ECF8A5386F0A}" destId="{AE1DA1DF-E749-43DA-8159-249D6ABC2D6D}"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1E369-55FF-4F55-8197-D78223AA764C}">
      <dsp:nvSpPr>
        <dsp:cNvPr id="0" name=""/>
        <dsp:cNvSpPr/>
      </dsp:nvSpPr>
      <dsp:spPr>
        <a:xfrm>
          <a:off x="1044594" y="0"/>
          <a:ext cx="348198" cy="458090"/>
        </a:xfrm>
        <a:prstGeom prst="trapezoid">
          <a:avLst>
            <a:gd name="adj" fmla="val 50000"/>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dirty="0" smtClean="0">
              <a:latin typeface="Franklin Gothic Demi Cond" pitchFamily="34" charset="0"/>
            </a:rPr>
            <a:t>UUD 1945</a:t>
          </a:r>
          <a:endParaRPr lang="en-US" sz="800" kern="1200" dirty="0">
            <a:latin typeface="Franklin Gothic Demi Cond" pitchFamily="34" charset="0"/>
          </a:endParaRPr>
        </a:p>
      </dsp:txBody>
      <dsp:txXfrm>
        <a:off x="1044594" y="0"/>
        <a:ext cx="348198" cy="458090"/>
      </dsp:txXfrm>
    </dsp:sp>
    <dsp:sp modelId="{5F9D88F8-A6E3-451F-9E4D-50061A5B59FC}">
      <dsp:nvSpPr>
        <dsp:cNvPr id="0" name=""/>
        <dsp:cNvSpPr/>
      </dsp:nvSpPr>
      <dsp:spPr>
        <a:xfrm>
          <a:off x="870495" y="458090"/>
          <a:ext cx="696396" cy="458090"/>
        </a:xfrm>
        <a:prstGeom prst="trapezoid">
          <a:avLst>
            <a:gd name="adj" fmla="val 38005"/>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dirty="0" smtClean="0">
              <a:latin typeface="Franklin Gothic Demi Cond" pitchFamily="34" charset="0"/>
            </a:rPr>
            <a:t>TAP MPR</a:t>
          </a:r>
          <a:endParaRPr lang="en-US" sz="800" kern="1200" dirty="0">
            <a:latin typeface="Franklin Gothic Demi Cond" pitchFamily="34" charset="0"/>
          </a:endParaRPr>
        </a:p>
      </dsp:txBody>
      <dsp:txXfrm>
        <a:off x="992364" y="458090"/>
        <a:ext cx="452657" cy="458090"/>
      </dsp:txXfrm>
    </dsp:sp>
    <dsp:sp modelId="{E7B0FA95-04D3-48F3-82B1-5FD00CA96313}">
      <dsp:nvSpPr>
        <dsp:cNvPr id="0" name=""/>
        <dsp:cNvSpPr/>
      </dsp:nvSpPr>
      <dsp:spPr>
        <a:xfrm>
          <a:off x="696396" y="916180"/>
          <a:ext cx="1044594" cy="458090"/>
        </a:xfrm>
        <a:prstGeom prst="trapezoid">
          <a:avLst>
            <a:gd name="adj" fmla="val 38005"/>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dirty="0" smtClean="0">
              <a:latin typeface="Franklin Gothic Demi Cond" pitchFamily="34" charset="0"/>
            </a:rPr>
            <a:t>UU/PERPPU</a:t>
          </a:r>
          <a:endParaRPr lang="en-US" sz="800" kern="1200" dirty="0">
            <a:latin typeface="Franklin Gothic Demi Cond" pitchFamily="34" charset="0"/>
          </a:endParaRPr>
        </a:p>
      </dsp:txBody>
      <dsp:txXfrm>
        <a:off x="879199" y="916180"/>
        <a:ext cx="678986" cy="458090"/>
      </dsp:txXfrm>
    </dsp:sp>
    <dsp:sp modelId="{CDC4C4BA-B7BD-4A52-921D-9C5D54A58253}">
      <dsp:nvSpPr>
        <dsp:cNvPr id="0" name=""/>
        <dsp:cNvSpPr/>
      </dsp:nvSpPr>
      <dsp:spPr>
        <a:xfrm>
          <a:off x="522297" y="1374270"/>
          <a:ext cx="1392792" cy="458090"/>
        </a:xfrm>
        <a:prstGeom prst="trapezoid">
          <a:avLst>
            <a:gd name="adj" fmla="val 38005"/>
          </a:avLst>
        </a:prstGeom>
        <a:solidFill>
          <a:schemeClr val="accent5">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dirty="0" smtClean="0">
              <a:latin typeface="Franklin Gothic Demi Cond" pitchFamily="34" charset="0"/>
            </a:rPr>
            <a:t>PERATURAN PEMERINTAH</a:t>
          </a:r>
          <a:endParaRPr lang="en-US" sz="800" kern="1200" dirty="0">
            <a:latin typeface="Franklin Gothic Demi Cond" pitchFamily="34" charset="0"/>
          </a:endParaRPr>
        </a:p>
      </dsp:txBody>
      <dsp:txXfrm>
        <a:off x="766035" y="1374270"/>
        <a:ext cx="905314" cy="458090"/>
      </dsp:txXfrm>
    </dsp:sp>
    <dsp:sp modelId="{D4748690-3425-4DB0-9160-15A99F683364}">
      <dsp:nvSpPr>
        <dsp:cNvPr id="0" name=""/>
        <dsp:cNvSpPr/>
      </dsp:nvSpPr>
      <dsp:spPr>
        <a:xfrm>
          <a:off x="348198" y="1832360"/>
          <a:ext cx="1740990" cy="458090"/>
        </a:xfrm>
        <a:prstGeom prst="trapezoid">
          <a:avLst>
            <a:gd name="adj" fmla="val 38005"/>
          </a:avLst>
        </a:prstGeom>
        <a:solidFill>
          <a:schemeClr val="accent6">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dirty="0" smtClean="0">
              <a:latin typeface="Franklin Gothic Demi Cond" pitchFamily="34" charset="0"/>
            </a:rPr>
            <a:t>PERATURAN PRESIDEN</a:t>
          </a:r>
          <a:endParaRPr lang="en-US" sz="800" kern="1200" dirty="0">
            <a:latin typeface="Franklin Gothic Demi Cond" pitchFamily="34" charset="0"/>
          </a:endParaRPr>
        </a:p>
      </dsp:txBody>
      <dsp:txXfrm>
        <a:off x="652871" y="1832360"/>
        <a:ext cx="1131643" cy="458090"/>
      </dsp:txXfrm>
    </dsp:sp>
    <dsp:sp modelId="{2A144BA3-A3CA-46A2-9CF3-F8F8A2B956BE}">
      <dsp:nvSpPr>
        <dsp:cNvPr id="0" name=""/>
        <dsp:cNvSpPr/>
      </dsp:nvSpPr>
      <dsp:spPr>
        <a:xfrm>
          <a:off x="174099" y="2290450"/>
          <a:ext cx="2089188" cy="458090"/>
        </a:xfrm>
        <a:prstGeom prst="trapezoid">
          <a:avLst>
            <a:gd name="adj" fmla="val 38005"/>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dirty="0" smtClean="0">
              <a:latin typeface="Franklin Gothic Demi Cond" pitchFamily="34" charset="0"/>
            </a:rPr>
            <a:t>PERDA PROVINSI</a:t>
          </a:r>
          <a:endParaRPr lang="en-US" sz="800" kern="1200" dirty="0">
            <a:latin typeface="Franklin Gothic Demi Cond" pitchFamily="34" charset="0"/>
          </a:endParaRPr>
        </a:p>
      </dsp:txBody>
      <dsp:txXfrm>
        <a:off x="539706" y="2290450"/>
        <a:ext cx="1357972" cy="458090"/>
      </dsp:txXfrm>
    </dsp:sp>
    <dsp:sp modelId="{BC2E6460-A806-423F-91BC-DF78371CE9D8}">
      <dsp:nvSpPr>
        <dsp:cNvPr id="0" name=""/>
        <dsp:cNvSpPr/>
      </dsp:nvSpPr>
      <dsp:spPr>
        <a:xfrm>
          <a:off x="0" y="2748540"/>
          <a:ext cx="2437386" cy="458090"/>
        </a:xfrm>
        <a:prstGeom prst="trapezoid">
          <a:avLst>
            <a:gd name="adj" fmla="val 38005"/>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dirty="0" smtClean="0">
              <a:latin typeface="Franklin Gothic Demi Cond" pitchFamily="34" charset="0"/>
            </a:rPr>
            <a:t>PERDA KEBUPATEN/KOTA</a:t>
          </a:r>
          <a:endParaRPr lang="en-US" sz="800" kern="1200" dirty="0">
            <a:latin typeface="Franklin Gothic Demi Cond" pitchFamily="34" charset="0"/>
          </a:endParaRPr>
        </a:p>
      </dsp:txBody>
      <dsp:txXfrm>
        <a:off x="426542" y="2748540"/>
        <a:ext cx="1584300" cy="45809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p:txBody>
          <a:bodyPr/>
          <a:lstStyle/>
          <a:p>
            <a:fld id="{75B129CF-C484-4400-986F-1472E163CB10}" type="datetimeFigureOut">
              <a:rPr lang="id-ID" smtClean="0"/>
              <a:t>11/10/2021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3658966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75B129CF-C484-4400-986F-1472E163CB10}" type="datetimeFigureOut">
              <a:rPr lang="id-ID" smtClean="0"/>
              <a:t>11/10/2021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1563057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B129CF-C484-4400-986F-1472E163CB10}" type="datetimeFigureOut">
              <a:rPr lang="id-ID" smtClean="0"/>
              <a:t>11/10/2021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1725234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75B129CF-C484-4400-986F-1472E163CB10}" type="datetimeFigureOut">
              <a:rPr lang="id-ID" smtClean="0"/>
              <a:t>11/10/2021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486813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75B129CF-C484-4400-986F-1472E163CB10}" type="datetimeFigureOut">
              <a:rPr lang="id-ID" smtClean="0"/>
              <a:t>11/10/2021</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2097180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75B129CF-C484-4400-986F-1472E163CB10}" type="datetimeFigureOut">
              <a:rPr lang="id-ID" smtClean="0"/>
              <a:t>11/10/2021</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1621058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B129CF-C484-4400-986F-1472E163CB10}" type="datetimeFigureOut">
              <a:rPr lang="id-ID" smtClean="0"/>
              <a:t>11/10/2021</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3202841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B129CF-C484-4400-986F-1472E163CB10}" type="datetimeFigureOut">
              <a:rPr lang="id-ID" smtClean="0"/>
              <a:t>11/10/2021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2767927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B129CF-C484-4400-986F-1472E163CB10}" type="datetimeFigureOut">
              <a:rPr lang="id-ID" smtClean="0"/>
              <a:t>11/10/2021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317476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75B129CF-C484-4400-986F-1472E163CB10}" type="datetimeFigureOut">
              <a:rPr lang="id-ID" smtClean="0"/>
              <a:t>11/10/2021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989308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75B129CF-C484-4400-986F-1472E163CB10}" type="datetimeFigureOut">
              <a:rPr lang="id-ID" smtClean="0"/>
              <a:t>11/10/2021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E5F98FF-348C-45D2-897D-74FBD9BFC2D5}" type="slidenum">
              <a:rPr lang="id-ID" smtClean="0"/>
              <a:t>‹#›</a:t>
            </a:fld>
            <a:endParaRPr lang="id-ID"/>
          </a:p>
        </p:txBody>
      </p:sp>
    </p:spTree>
    <p:extLst>
      <p:ext uri="{BB962C8B-B14F-4D97-AF65-F5344CB8AC3E}">
        <p14:creationId xmlns:p14="http://schemas.microsoft.com/office/powerpoint/2010/main" val="4152092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B129CF-C484-4400-986F-1472E163CB10}" type="datetimeFigureOut">
              <a:rPr lang="id-ID" smtClean="0"/>
              <a:t>11/10/2021</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5F98FF-348C-45D2-897D-74FBD9BFC2D5}" type="slidenum">
              <a:rPr lang="id-ID" smtClean="0"/>
              <a:t>‹#›</a:t>
            </a:fld>
            <a:endParaRPr lang="id-ID"/>
          </a:p>
        </p:txBody>
      </p:sp>
    </p:spTree>
    <p:extLst>
      <p:ext uri="{BB962C8B-B14F-4D97-AF65-F5344CB8AC3E}">
        <p14:creationId xmlns:p14="http://schemas.microsoft.com/office/powerpoint/2010/main" val="3864133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62128" y="99304"/>
            <a:ext cx="8999984" cy="6669360"/>
          </a:xfrm>
          <a:prstGeom prst="roundRect">
            <a:avLst>
              <a:gd name="adj" fmla="val 3744"/>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id-ID" sz="1400" dirty="0">
                <a:solidFill>
                  <a:schemeClr val="bg1">
                    <a:lumMod val="95000"/>
                  </a:schemeClr>
                </a:solidFill>
                <a:latin typeface="Franklin Gothic Demi Cond" pitchFamily="34" charset="0"/>
              </a:rPr>
              <a:t>TM-3</a:t>
            </a:r>
          </a:p>
          <a:p>
            <a:pPr algn="r"/>
            <a:endParaRPr lang="id-ID" sz="1400" dirty="0">
              <a:solidFill>
                <a:schemeClr val="bg1">
                  <a:lumMod val="95000"/>
                </a:schemeClr>
              </a:solidFill>
              <a:latin typeface="Franklin Gothic Demi Cond" pitchFamily="34" charset="0"/>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0972" y="576065"/>
            <a:ext cx="3185204" cy="2852935"/>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sp>
        <p:nvSpPr>
          <p:cNvPr id="5" name="WordArt 2"/>
          <p:cNvSpPr>
            <a:spLocks noChangeArrowheads="1" noChangeShapeType="1" noTextEdit="1"/>
          </p:cNvSpPr>
          <p:nvPr/>
        </p:nvSpPr>
        <p:spPr bwMode="auto">
          <a:xfrm>
            <a:off x="1331640" y="3559368"/>
            <a:ext cx="6336703" cy="864096"/>
          </a:xfrm>
          <a:prstGeom prst="rect">
            <a:avLst/>
          </a:prstGeom>
        </p:spPr>
        <p:txBody>
          <a:bodyPr wrap="none" fromWordArt="1">
            <a:prstTxWarp prst="textPlain">
              <a:avLst>
                <a:gd name="adj" fmla="val 50000"/>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rtl="0"/>
            <a:r>
              <a:rPr lang="id-ID" sz="3600" b="1" kern="10" dirty="0">
                <a:ln w="11430">
                  <a:solidFill>
                    <a:srgbClr val="FFC000"/>
                  </a:solidFill>
                </a:ln>
                <a:solidFill>
                  <a:srgbClr val="461F63"/>
                </a:solidFill>
                <a:effectLst>
                  <a:outerShdw blurRad="50800" dist="39000" dir="5460000" algn="tl">
                    <a:srgbClr val="000000">
                      <a:alpha val="38000"/>
                    </a:srgbClr>
                  </a:outerShdw>
                </a:effectLst>
                <a:latin typeface="Stencil" pitchFamily="82" charset="0"/>
              </a:rPr>
              <a:t>PPKN</a:t>
            </a:r>
            <a:endParaRPr lang="en-US" sz="3600" b="1" kern="10" dirty="0">
              <a:ln w="11430">
                <a:solidFill>
                  <a:srgbClr val="FFC000"/>
                </a:solidFill>
              </a:ln>
              <a:solidFill>
                <a:srgbClr val="461F63"/>
              </a:solidFill>
              <a:effectLst>
                <a:outerShdw blurRad="50800" dist="39000" dir="5460000" algn="tl">
                  <a:srgbClr val="000000">
                    <a:alpha val="38000"/>
                  </a:srgbClr>
                </a:outerShdw>
              </a:effectLst>
              <a:latin typeface="Stencil" pitchFamily="82" charset="0"/>
            </a:endParaRPr>
          </a:p>
        </p:txBody>
      </p:sp>
      <p:sp>
        <p:nvSpPr>
          <p:cNvPr id="6" name="WordArt 2"/>
          <p:cNvSpPr>
            <a:spLocks noChangeArrowheads="1" noChangeShapeType="1" noTextEdit="1"/>
          </p:cNvSpPr>
          <p:nvPr/>
        </p:nvSpPr>
        <p:spPr bwMode="auto">
          <a:xfrm>
            <a:off x="1390001" y="4547220"/>
            <a:ext cx="6134328" cy="216024"/>
          </a:xfrm>
          <a:prstGeom prst="rect">
            <a:avLst/>
          </a:prstGeom>
        </p:spPr>
        <p:txBody>
          <a:bodyPr wrap="none" fromWordArt="1">
            <a:prstTxWarp prst="textPlain">
              <a:avLst>
                <a:gd name="adj" fmla="val 50000"/>
              </a:avLst>
            </a:prstTxWarp>
          </a:bodyPr>
          <a:lstStyle/>
          <a:p>
            <a:pPr algn="ctr" rtl="0"/>
            <a:r>
              <a:rPr lang="id-ID" sz="3600" b="1" kern="10" spc="0" dirty="0">
                <a:ln w="28575">
                  <a:noFill/>
                  <a:round/>
                  <a:headEnd/>
                  <a:tailEnd/>
                </a:ln>
                <a:solidFill>
                  <a:srgbClr val="FFC000"/>
                </a:solidFill>
                <a:effectLst/>
                <a:latin typeface="Verdana" pitchFamily="34" charset="0"/>
                <a:ea typeface="Verdana" pitchFamily="34" charset="0"/>
                <a:cs typeface="Verdana" pitchFamily="34" charset="0"/>
              </a:rPr>
              <a:t>Pendidikan Pancasila dan Kewarganegaraan</a:t>
            </a:r>
            <a:endParaRPr lang="en-US" sz="3600" b="1" kern="10" spc="0" dirty="0">
              <a:ln w="28575">
                <a:noFill/>
                <a:round/>
                <a:headEnd/>
                <a:tailEnd/>
              </a:ln>
              <a:solidFill>
                <a:srgbClr val="FFC000"/>
              </a:solidFill>
              <a:effectLst/>
              <a:latin typeface="Verdana" pitchFamily="34" charset="0"/>
              <a:ea typeface="Verdana" pitchFamily="34" charset="0"/>
              <a:cs typeface="Verdana" pitchFamily="34" charset="0"/>
            </a:endParaRPr>
          </a:p>
        </p:txBody>
      </p:sp>
      <p:sp>
        <p:nvSpPr>
          <p:cNvPr id="4" name="Rectangle 3"/>
          <p:cNvSpPr/>
          <p:nvPr/>
        </p:nvSpPr>
        <p:spPr>
          <a:xfrm>
            <a:off x="2411760" y="4787860"/>
            <a:ext cx="4331827" cy="369332"/>
          </a:xfrm>
          <a:prstGeom prst="rect">
            <a:avLst/>
          </a:prstGeom>
        </p:spPr>
        <p:txBody>
          <a:bodyPr wrap="none">
            <a:spAutoFit/>
          </a:bodyPr>
          <a:lstStyle/>
          <a:p>
            <a:r>
              <a:rPr lang="id-ID" dirty="0">
                <a:solidFill>
                  <a:srgbClr val="B888DC"/>
                </a:solidFill>
              </a:rPr>
              <a:t>Tahun Akademik </a:t>
            </a:r>
            <a:r>
              <a:rPr lang="id-ID" dirty="0" smtClean="0">
                <a:solidFill>
                  <a:srgbClr val="B888DC"/>
                </a:solidFill>
              </a:rPr>
              <a:t>20</a:t>
            </a:r>
            <a:r>
              <a:rPr lang="en-US" dirty="0" smtClean="0">
                <a:solidFill>
                  <a:srgbClr val="B888DC"/>
                </a:solidFill>
              </a:rPr>
              <a:t>21</a:t>
            </a:r>
            <a:r>
              <a:rPr lang="id-ID" dirty="0" smtClean="0">
                <a:solidFill>
                  <a:srgbClr val="B888DC"/>
                </a:solidFill>
              </a:rPr>
              <a:t>/202</a:t>
            </a:r>
            <a:r>
              <a:rPr lang="en-US" dirty="0" smtClean="0">
                <a:solidFill>
                  <a:srgbClr val="B888DC"/>
                </a:solidFill>
              </a:rPr>
              <a:t>2</a:t>
            </a:r>
            <a:r>
              <a:rPr lang="id-ID" dirty="0" smtClean="0">
                <a:solidFill>
                  <a:srgbClr val="B888DC"/>
                </a:solidFill>
              </a:rPr>
              <a:t> </a:t>
            </a:r>
            <a:r>
              <a:rPr lang="id-ID" dirty="0">
                <a:solidFill>
                  <a:srgbClr val="B888DC"/>
                </a:solidFill>
              </a:rPr>
              <a:t>Semester Ganjil</a:t>
            </a:r>
          </a:p>
        </p:txBody>
      </p:sp>
      <p:sp>
        <p:nvSpPr>
          <p:cNvPr id="2" name="Rounded Rectangle 1"/>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solidFill>
                  <a:srgbClr val="FFC000"/>
                </a:solidFill>
                <a:latin typeface="Franklin Gothic Demi Cond" pitchFamily="34" charset="0"/>
              </a:rPr>
              <a:t>1</a:t>
            </a:r>
          </a:p>
        </p:txBody>
      </p:sp>
      <p:pic>
        <p:nvPicPr>
          <p:cNvPr id="8" name="Picture 37" descr="garuda"/>
          <p:cNvPicPr>
            <a:picLocks noChangeAspect="1" noChangeArrowheads="1"/>
          </p:cNvPicPr>
          <p:nvPr/>
        </p:nvPicPr>
        <p:blipFill>
          <a:blip r:embed="rId3"/>
          <a:srcRect/>
          <a:stretch>
            <a:fillRect/>
          </a:stretch>
        </p:blipFill>
        <p:spPr bwMode="auto">
          <a:xfrm>
            <a:off x="179512" y="198049"/>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30707962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500034" y="188641"/>
            <a:ext cx="8143932" cy="6408712"/>
          </a:xfrm>
          <a:prstGeom prst="roundRect">
            <a:avLst>
              <a:gd name="adj" fmla="val 3636"/>
            </a:avLst>
          </a:prstGeom>
          <a:solidFill>
            <a:schemeClr val="bg2">
              <a:lumMod val="10000"/>
            </a:schemeClr>
          </a:solidFill>
          <a:ln>
            <a:solidFill>
              <a:schemeClr val="bg2">
                <a:lumMod val="9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eaLnBrk="1" fontAlgn="auto" hangingPunct="1">
              <a:spcBef>
                <a:spcPts val="0"/>
              </a:spcBef>
              <a:spcAft>
                <a:spcPts val="0"/>
              </a:spcAft>
              <a:defRPr/>
            </a:pPr>
            <a:endParaRPr lang="en-US" sz="4400" b="1" spc="50" dirty="0">
              <a:ln w="11430"/>
              <a:gradFill>
                <a:gsLst>
                  <a:gs pos="25000">
                    <a:schemeClr val="accent2">
                      <a:satMod val="155000"/>
                    </a:schemeClr>
                  </a:gs>
                  <a:gs pos="100000">
                    <a:schemeClr val="accent2">
                      <a:shade val="45000"/>
                      <a:satMod val="165000"/>
                    </a:schemeClr>
                  </a:gs>
                </a:gsLst>
                <a:lin ang="5400000"/>
              </a:gradFill>
              <a:latin typeface="Tw Cen MT Condensed Extra Bold" pitchFamily="34" charset="0"/>
            </a:endParaRPr>
          </a:p>
        </p:txBody>
      </p:sp>
      <p:sp>
        <p:nvSpPr>
          <p:cNvPr id="10" name="Rounded Rectangle 9"/>
          <p:cNvSpPr>
            <a:spLocks noChangeArrowheads="1"/>
          </p:cNvSpPr>
          <p:nvPr/>
        </p:nvSpPr>
        <p:spPr bwMode="auto">
          <a:xfrm>
            <a:off x="8574500" y="6435126"/>
            <a:ext cx="445584" cy="285750"/>
          </a:xfrm>
          <a:prstGeom prst="roundRect">
            <a:avLst>
              <a:gd name="adj" fmla="val 16667"/>
            </a:avLst>
          </a:prstGeom>
          <a:solidFill>
            <a:schemeClr val="bg2">
              <a:lumMod val="75000"/>
            </a:schemeClr>
          </a:solidFill>
          <a:ln w="19050">
            <a:solidFill>
              <a:schemeClr val="bg2">
                <a:lumMod val="10000"/>
              </a:schemeClr>
            </a:solidFill>
            <a:round/>
            <a:headEnd/>
            <a:tailEnd/>
          </a:ln>
          <a:effectLst>
            <a:outerShdw dist="20000" dir="5400000" rotWithShape="0">
              <a:srgbClr val="808080">
                <a:alpha val="37999"/>
              </a:srgbClr>
            </a:outerShdw>
          </a:effectLst>
        </p:spPr>
        <p:txBody>
          <a:bodyPr anchor="ctr"/>
          <a:lstStyle/>
          <a:p>
            <a:pPr algn="ctr" eaLnBrk="1" hangingPunct="1">
              <a:defRPr/>
            </a:pPr>
            <a:r>
              <a:rPr lang="en-US" altLang="en-US" dirty="0">
                <a:solidFill>
                  <a:schemeClr val="bg2">
                    <a:lumMod val="10000"/>
                  </a:schemeClr>
                </a:solidFill>
                <a:latin typeface="Franklin Gothic Demi Cond" pitchFamily="34" charset="0"/>
              </a:rPr>
              <a:t>2</a:t>
            </a:r>
          </a:p>
        </p:txBody>
      </p:sp>
      <p:sp>
        <p:nvSpPr>
          <p:cNvPr id="22" name="Frame 21"/>
          <p:cNvSpPr/>
          <p:nvPr/>
        </p:nvSpPr>
        <p:spPr>
          <a:xfrm>
            <a:off x="0" y="0"/>
            <a:ext cx="9144000" cy="6858000"/>
          </a:xfrm>
          <a:prstGeom prst="frame">
            <a:avLst>
              <a:gd name="adj1" fmla="val 1637"/>
            </a:avLst>
          </a:prstGeom>
          <a:solidFill>
            <a:schemeClr val="bg2">
              <a:lumMod val="25000"/>
            </a:schemeClr>
          </a:solidFill>
          <a:ln>
            <a:solidFill>
              <a:schemeClr val="bg2">
                <a:lumMod val="2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en-US">
              <a:solidFill>
                <a:schemeClr val="tx1"/>
              </a:solidFill>
              <a:cs typeface="Arial" charset="0"/>
            </a:endParaRPr>
          </a:p>
        </p:txBody>
      </p:sp>
      <p:sp>
        <p:nvSpPr>
          <p:cNvPr id="41" name="WordArt 2"/>
          <p:cNvSpPr>
            <a:spLocks noChangeArrowheads="1" noChangeShapeType="1" noTextEdit="1"/>
          </p:cNvSpPr>
          <p:nvPr/>
        </p:nvSpPr>
        <p:spPr bwMode="auto">
          <a:xfrm>
            <a:off x="1763686" y="2348880"/>
            <a:ext cx="4464498" cy="902000"/>
          </a:xfrm>
          <a:prstGeom prst="rect">
            <a:avLst/>
          </a:prstGeom>
        </p:spPr>
        <p:txBody>
          <a:bodyPr wrap="none" fromWordArt="1">
            <a:prstTxWarp prst="textPlain">
              <a:avLst>
                <a:gd name="adj" fmla="val 50000"/>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rtl="0"/>
            <a:r>
              <a:rPr lang="id-ID" sz="3600" b="1" kern="10" dirty="0" smtClean="0">
                <a:ln w="19050">
                  <a:solidFill>
                    <a:srgbClr val="FFFF00"/>
                  </a:solidFill>
                </a:ln>
                <a:solidFill>
                  <a:srgbClr val="421C5E"/>
                </a:solidFill>
                <a:effectLst>
                  <a:outerShdw blurRad="50800" dist="39000" dir="5460000" algn="tl">
                    <a:srgbClr val="000000">
                      <a:alpha val="38000"/>
                    </a:srgbClr>
                  </a:outerShdw>
                </a:effectLst>
                <a:latin typeface="Stencil" pitchFamily="82" charset="0"/>
              </a:rPr>
              <a:t>PPKN</a:t>
            </a:r>
            <a:endParaRPr lang="en-US" sz="3600" b="1" kern="10" dirty="0">
              <a:ln w="19050">
                <a:solidFill>
                  <a:srgbClr val="FFFF00"/>
                </a:solidFill>
              </a:ln>
              <a:solidFill>
                <a:srgbClr val="421C5E"/>
              </a:solidFill>
              <a:effectLst>
                <a:outerShdw blurRad="50800" dist="39000" dir="5460000" algn="tl">
                  <a:srgbClr val="000000">
                    <a:alpha val="38000"/>
                  </a:srgbClr>
                </a:outerShdw>
              </a:effectLst>
              <a:latin typeface="Stencil" pitchFamily="82" charset="0"/>
            </a:endParaRPr>
          </a:p>
        </p:txBody>
      </p:sp>
      <p:cxnSp>
        <p:nvCxnSpPr>
          <p:cNvPr id="4" name="Straight Connector 3"/>
          <p:cNvCxnSpPr/>
          <p:nvPr/>
        </p:nvCxnSpPr>
        <p:spPr>
          <a:xfrm>
            <a:off x="1763686" y="3429000"/>
            <a:ext cx="4618674" cy="0"/>
          </a:xfrm>
          <a:prstGeom prst="line">
            <a:avLst/>
          </a:prstGeom>
          <a:ln w="38100">
            <a:solidFill>
              <a:srgbClr val="FFFF00"/>
            </a:solidFill>
            <a:prstDash val="sysDash"/>
          </a:ln>
        </p:spPr>
        <p:style>
          <a:lnRef idx="1">
            <a:schemeClr val="accent1"/>
          </a:lnRef>
          <a:fillRef idx="0">
            <a:schemeClr val="accent1"/>
          </a:fillRef>
          <a:effectRef idx="0">
            <a:schemeClr val="accent1"/>
          </a:effectRef>
          <a:fontRef idx="minor">
            <a:schemeClr val="tx1"/>
          </a:fontRef>
        </p:style>
      </p:cxnSp>
      <p:sp>
        <p:nvSpPr>
          <p:cNvPr id="2" name="Rounded Rectangle 1"/>
          <p:cNvSpPr/>
          <p:nvPr/>
        </p:nvSpPr>
        <p:spPr>
          <a:xfrm>
            <a:off x="6382360" y="2151808"/>
            <a:ext cx="1224136" cy="1421208"/>
          </a:xfrm>
          <a:prstGeom prst="roundRect">
            <a:avLst>
              <a:gd name="adj" fmla="val 8621"/>
            </a:avLst>
          </a:prstGeom>
          <a:solidFill>
            <a:srgbClr val="421C5E"/>
          </a:solid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WordArt 2"/>
          <p:cNvSpPr>
            <a:spLocks noChangeArrowheads="1" noChangeShapeType="1" noTextEdit="1"/>
          </p:cNvSpPr>
          <p:nvPr/>
        </p:nvSpPr>
        <p:spPr bwMode="auto">
          <a:xfrm>
            <a:off x="6550320" y="2348880"/>
            <a:ext cx="902000" cy="162968"/>
          </a:xfrm>
          <a:prstGeom prst="rect">
            <a:avLst/>
          </a:prstGeom>
        </p:spPr>
        <p:txBody>
          <a:bodyPr wrap="none" fromWordArt="1">
            <a:prstTxWarp prst="textPlain">
              <a:avLst>
                <a:gd name="adj" fmla="val 50000"/>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rtl="0"/>
            <a:r>
              <a:rPr lang="id-ID" sz="3600" b="1" kern="10" dirty="0" smtClean="0">
                <a:ln w="11430">
                  <a:solidFill>
                    <a:srgbClr val="FFFF00"/>
                  </a:solidFill>
                </a:ln>
                <a:solidFill>
                  <a:srgbClr val="FFFF00"/>
                </a:solidFill>
                <a:effectLst>
                  <a:outerShdw blurRad="50800" dist="39000" dir="5460000" algn="tl">
                    <a:srgbClr val="000000">
                      <a:alpha val="38000"/>
                    </a:srgbClr>
                  </a:outerShdw>
                </a:effectLst>
                <a:latin typeface="Franklin Gothic Demi Cond" pitchFamily="34" charset="0"/>
              </a:rPr>
              <a:t>P</a:t>
            </a:r>
            <a:r>
              <a:rPr lang="en-US" sz="3600" b="1" kern="10" dirty="0" smtClean="0">
                <a:ln w="11430">
                  <a:solidFill>
                    <a:srgbClr val="FFFF00"/>
                  </a:solidFill>
                </a:ln>
                <a:solidFill>
                  <a:srgbClr val="FFFF00"/>
                </a:solidFill>
                <a:effectLst>
                  <a:outerShdw blurRad="50800" dist="39000" dir="5460000" algn="tl">
                    <a:srgbClr val="000000">
                      <a:alpha val="38000"/>
                    </a:srgbClr>
                  </a:outerShdw>
                </a:effectLst>
                <a:latin typeface="Franklin Gothic Demi Cond" pitchFamily="34" charset="0"/>
              </a:rPr>
              <a:t>ERTEMUAN</a:t>
            </a:r>
            <a:endParaRPr lang="en-US" sz="3600" b="1" kern="10" dirty="0">
              <a:ln w="11430">
                <a:solidFill>
                  <a:srgbClr val="FFFF00"/>
                </a:solidFill>
              </a:ln>
              <a:solidFill>
                <a:srgbClr val="FFFF00"/>
              </a:solidFill>
              <a:effectLst>
                <a:outerShdw blurRad="50800" dist="39000" dir="5460000" algn="tl">
                  <a:srgbClr val="000000">
                    <a:alpha val="38000"/>
                  </a:srgbClr>
                </a:outerShdw>
              </a:effectLst>
              <a:latin typeface="Franklin Gothic Demi Cond" pitchFamily="34" charset="0"/>
            </a:endParaRPr>
          </a:p>
        </p:txBody>
      </p:sp>
      <p:sp>
        <p:nvSpPr>
          <p:cNvPr id="26" name="WordArt 2"/>
          <p:cNvSpPr>
            <a:spLocks noChangeArrowheads="1" noChangeShapeType="1" noTextEdit="1"/>
          </p:cNvSpPr>
          <p:nvPr/>
        </p:nvSpPr>
        <p:spPr bwMode="auto">
          <a:xfrm>
            <a:off x="6550320" y="2564904"/>
            <a:ext cx="902000" cy="686016"/>
          </a:xfrm>
          <a:prstGeom prst="rect">
            <a:avLst/>
          </a:prstGeom>
        </p:spPr>
        <p:txBody>
          <a:bodyPr wrap="none" fromWordArt="1">
            <a:prstTxWarp prst="textPlain">
              <a:avLst>
                <a:gd name="adj" fmla="val 50000"/>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rtl="0"/>
            <a:r>
              <a:rPr lang="en-US" sz="3600" b="1" kern="10" dirty="0" smtClean="0">
                <a:ln w="11430">
                  <a:solidFill>
                    <a:srgbClr val="FFFF00"/>
                  </a:solidFill>
                </a:ln>
                <a:solidFill>
                  <a:srgbClr val="FFFF00"/>
                </a:solidFill>
                <a:effectLst>
                  <a:outerShdw blurRad="50800" dist="39000" dir="5460000" algn="tl">
                    <a:srgbClr val="000000">
                      <a:alpha val="38000"/>
                    </a:srgbClr>
                  </a:outerShdw>
                </a:effectLst>
                <a:latin typeface="Bernard MT Condensed" pitchFamily="18" charset="0"/>
              </a:rPr>
              <a:t>3</a:t>
            </a:r>
            <a:endParaRPr lang="en-US" sz="3600" b="1" kern="10" dirty="0">
              <a:ln w="11430">
                <a:solidFill>
                  <a:srgbClr val="FFFF00"/>
                </a:solidFill>
              </a:ln>
              <a:solidFill>
                <a:srgbClr val="FFFF00"/>
              </a:solidFill>
              <a:effectLst>
                <a:outerShdw blurRad="50800" dist="39000" dir="5460000" algn="tl">
                  <a:srgbClr val="000000">
                    <a:alpha val="38000"/>
                  </a:srgbClr>
                </a:outerShdw>
              </a:effectLst>
              <a:latin typeface="Bernard MT Condensed" pitchFamily="18" charset="0"/>
            </a:endParaRPr>
          </a:p>
        </p:txBody>
      </p:sp>
      <p:pic>
        <p:nvPicPr>
          <p:cNvPr id="19" name="Picture 37" descr="garuda"/>
          <p:cNvPicPr>
            <a:picLocks noChangeAspect="1" noChangeArrowheads="1"/>
          </p:cNvPicPr>
          <p:nvPr/>
        </p:nvPicPr>
        <p:blipFill>
          <a:blip r:embed="rId2"/>
          <a:srcRect/>
          <a:stretch>
            <a:fillRect/>
          </a:stretch>
        </p:blipFill>
        <p:spPr bwMode="auto">
          <a:xfrm>
            <a:off x="3707904" y="453404"/>
            <a:ext cx="1656184" cy="1769461"/>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32747789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500034" y="224644"/>
            <a:ext cx="8143932" cy="6408712"/>
          </a:xfrm>
          <a:prstGeom prst="roundRect">
            <a:avLst>
              <a:gd name="adj" fmla="val 3636"/>
            </a:avLst>
          </a:prstGeom>
          <a:solidFill>
            <a:schemeClr val="bg2">
              <a:lumMod val="10000"/>
            </a:schemeClr>
          </a:solidFill>
          <a:ln>
            <a:solidFill>
              <a:schemeClr val="bg2">
                <a:lumMod val="9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eaLnBrk="1" fontAlgn="auto" hangingPunct="1">
              <a:spcBef>
                <a:spcPts val="0"/>
              </a:spcBef>
              <a:spcAft>
                <a:spcPts val="0"/>
              </a:spcAft>
              <a:defRPr/>
            </a:pPr>
            <a:endParaRPr lang="en-US" sz="4400" b="1" spc="50" dirty="0">
              <a:ln w="11430"/>
              <a:gradFill>
                <a:gsLst>
                  <a:gs pos="25000">
                    <a:schemeClr val="accent2">
                      <a:satMod val="155000"/>
                    </a:schemeClr>
                  </a:gs>
                  <a:gs pos="100000">
                    <a:schemeClr val="accent2">
                      <a:shade val="45000"/>
                      <a:satMod val="165000"/>
                    </a:schemeClr>
                  </a:gs>
                </a:gsLst>
                <a:lin ang="5400000"/>
              </a:gradFill>
              <a:latin typeface="Tw Cen MT Condensed Extra Bold" pitchFamily="34" charset="0"/>
            </a:endParaRPr>
          </a:p>
        </p:txBody>
      </p:sp>
      <p:sp>
        <p:nvSpPr>
          <p:cNvPr id="12" name="Rounded Rectangle 11"/>
          <p:cNvSpPr/>
          <p:nvPr/>
        </p:nvSpPr>
        <p:spPr>
          <a:xfrm>
            <a:off x="1443756" y="3140967"/>
            <a:ext cx="6912768" cy="1656185"/>
          </a:xfrm>
          <a:prstGeom prst="roundRect">
            <a:avLst>
              <a:gd name="adj" fmla="val 4962"/>
            </a:avLst>
          </a:prstGeom>
          <a:solidFill>
            <a:srgbClr val="FFFF00"/>
          </a:solidFill>
          <a:ln w="28575">
            <a:solidFill>
              <a:srgbClr val="632A8E"/>
            </a:solidFill>
          </a:ln>
        </p:spPr>
        <p:style>
          <a:lnRef idx="2">
            <a:schemeClr val="dk1">
              <a:shade val="50000"/>
            </a:schemeClr>
          </a:lnRef>
          <a:fillRef idx="1">
            <a:schemeClr val="dk1"/>
          </a:fillRef>
          <a:effectRef idx="0">
            <a:schemeClr val="dk1"/>
          </a:effectRef>
          <a:fontRef idx="minor">
            <a:schemeClr val="lt1"/>
          </a:fontRef>
        </p:style>
        <p:txBody>
          <a:bodyPr anchor="ctr">
            <a:scene3d>
              <a:camera prst="orthographicFront"/>
              <a:lightRig rig="soft" dir="t">
                <a:rot lat="0" lon="0" rev="10800000"/>
              </a:lightRig>
            </a:scene3d>
            <a:sp3d>
              <a:bevelT w="27940" h="12700"/>
              <a:contourClr>
                <a:srgbClr val="DDDDDD"/>
              </a:contourClr>
            </a:sp3d>
          </a:bodyPr>
          <a:lstStyle/>
          <a:p>
            <a:r>
              <a:rPr lang="en-US" sz="3600" dirty="0">
                <a:solidFill>
                  <a:srgbClr val="3E1B59"/>
                </a:solidFill>
                <a:latin typeface="Bernard MT Condensed" pitchFamily="18" charset="0"/>
              </a:rPr>
              <a:t>BAGAIMANA PANCASILA MENJADI </a:t>
            </a:r>
            <a:endParaRPr lang="en-US" sz="3600" dirty="0" smtClean="0">
              <a:solidFill>
                <a:srgbClr val="3E1B59"/>
              </a:solidFill>
              <a:latin typeface="Bernard MT Condensed" pitchFamily="18" charset="0"/>
            </a:endParaRPr>
          </a:p>
          <a:p>
            <a:r>
              <a:rPr lang="en-US" sz="3600" dirty="0" smtClean="0">
                <a:solidFill>
                  <a:srgbClr val="3E1B59"/>
                </a:solidFill>
                <a:latin typeface="Bernard MT Condensed" pitchFamily="18" charset="0"/>
              </a:rPr>
              <a:t>DASAR NEGARA </a:t>
            </a:r>
            <a:r>
              <a:rPr lang="en-US" sz="3600" dirty="0">
                <a:solidFill>
                  <a:srgbClr val="3E1B59"/>
                </a:solidFill>
                <a:latin typeface="Bernard MT Condensed" pitchFamily="18" charset="0"/>
              </a:rPr>
              <a:t>REPUBLIK INDONESIA?</a:t>
            </a:r>
            <a:endParaRPr lang="id-ID" sz="3600" b="1" spc="150" dirty="0">
              <a:ln w="11430">
                <a:noFill/>
              </a:ln>
              <a:solidFill>
                <a:srgbClr val="3E1B59"/>
              </a:solidFill>
              <a:effectLst>
                <a:outerShdw blurRad="25400" algn="tl" rotWithShape="0">
                  <a:srgbClr val="000000">
                    <a:alpha val="43000"/>
                  </a:srgbClr>
                </a:outerShdw>
              </a:effectLst>
              <a:latin typeface="Bernard MT Condensed" pitchFamily="18" charset="0"/>
            </a:endParaRPr>
          </a:p>
        </p:txBody>
      </p:sp>
      <p:sp>
        <p:nvSpPr>
          <p:cNvPr id="10" name="Rounded Rectangle 9"/>
          <p:cNvSpPr>
            <a:spLocks noChangeArrowheads="1"/>
          </p:cNvSpPr>
          <p:nvPr/>
        </p:nvSpPr>
        <p:spPr bwMode="auto">
          <a:xfrm>
            <a:off x="8574500" y="6435126"/>
            <a:ext cx="445584" cy="285750"/>
          </a:xfrm>
          <a:prstGeom prst="roundRect">
            <a:avLst>
              <a:gd name="adj" fmla="val 16667"/>
            </a:avLst>
          </a:prstGeom>
          <a:solidFill>
            <a:schemeClr val="bg2">
              <a:lumMod val="75000"/>
            </a:schemeClr>
          </a:solidFill>
          <a:ln w="19050">
            <a:solidFill>
              <a:schemeClr val="bg2">
                <a:lumMod val="10000"/>
              </a:schemeClr>
            </a:solidFill>
            <a:round/>
            <a:headEnd/>
            <a:tailEnd/>
          </a:ln>
          <a:effectLst>
            <a:outerShdw dist="20000" dir="5400000" rotWithShape="0">
              <a:srgbClr val="808080">
                <a:alpha val="37999"/>
              </a:srgbClr>
            </a:outerShdw>
          </a:effectLst>
        </p:spPr>
        <p:txBody>
          <a:bodyPr anchor="ctr"/>
          <a:lstStyle/>
          <a:p>
            <a:pPr algn="ctr" eaLnBrk="1" hangingPunct="1">
              <a:defRPr/>
            </a:pPr>
            <a:r>
              <a:rPr lang="en-US" altLang="en-US" dirty="0" smtClean="0">
                <a:solidFill>
                  <a:schemeClr val="bg2">
                    <a:lumMod val="10000"/>
                  </a:schemeClr>
                </a:solidFill>
                <a:latin typeface="Franklin Gothic Demi Cond" pitchFamily="34" charset="0"/>
              </a:rPr>
              <a:t>3</a:t>
            </a:r>
            <a:endParaRPr lang="en-US" altLang="en-US" dirty="0">
              <a:solidFill>
                <a:schemeClr val="bg2">
                  <a:lumMod val="10000"/>
                </a:schemeClr>
              </a:solidFill>
              <a:latin typeface="Franklin Gothic Demi Cond" pitchFamily="34" charset="0"/>
            </a:endParaRPr>
          </a:p>
        </p:txBody>
      </p:sp>
      <p:sp>
        <p:nvSpPr>
          <p:cNvPr id="16" name="Rounded Rectangle 15"/>
          <p:cNvSpPr/>
          <p:nvPr/>
        </p:nvSpPr>
        <p:spPr>
          <a:xfrm rot="16200000">
            <a:off x="235705" y="3650208"/>
            <a:ext cx="1656184" cy="637703"/>
          </a:xfrm>
          <a:prstGeom prst="roundRect">
            <a:avLst>
              <a:gd name="adj" fmla="val 9164"/>
            </a:avLst>
          </a:prstGeom>
          <a:solidFill>
            <a:srgbClr val="421C5E"/>
          </a:solidFill>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anchor="ctr">
            <a:scene3d>
              <a:camera prst="orthographicFront"/>
              <a:lightRig rig="soft" dir="t">
                <a:rot lat="0" lon="0" rev="10800000"/>
              </a:lightRig>
            </a:scene3d>
            <a:sp3d>
              <a:bevelT w="27940" h="12700"/>
              <a:contourClr>
                <a:srgbClr val="DDDDDD"/>
              </a:contourClr>
            </a:sp3d>
          </a:bodyPr>
          <a:lstStyle/>
          <a:p>
            <a:pPr algn="ctr" eaLnBrk="1" fontAlgn="auto" hangingPunct="1">
              <a:spcBef>
                <a:spcPts val="0"/>
              </a:spcBef>
              <a:spcAft>
                <a:spcPts val="0"/>
              </a:spcAft>
              <a:defRPr/>
            </a:pPr>
            <a:r>
              <a:rPr lang="en-US" sz="3600" b="1" spc="150" dirty="0" smtClean="0">
                <a:ln w="11430">
                  <a:solidFill>
                    <a:srgbClr val="FFFF00"/>
                  </a:solidFill>
                </a:ln>
                <a:solidFill>
                  <a:srgbClr val="FFFF00"/>
                </a:solidFill>
                <a:effectLst>
                  <a:outerShdw blurRad="25400" algn="tl" rotWithShape="0">
                    <a:srgbClr val="000000">
                      <a:alpha val="43000"/>
                    </a:srgbClr>
                  </a:outerShdw>
                </a:effectLst>
                <a:latin typeface="Franklin Gothic Demi Cond" pitchFamily="34" charset="0"/>
              </a:rPr>
              <a:t>BAB III</a:t>
            </a:r>
            <a:endParaRPr lang="en-US" sz="3600" b="1" spc="150" dirty="0">
              <a:ln w="11430">
                <a:solidFill>
                  <a:srgbClr val="FFFF00"/>
                </a:solidFill>
              </a:ln>
              <a:solidFill>
                <a:srgbClr val="FFFF00"/>
              </a:solidFill>
              <a:effectLst>
                <a:outerShdw blurRad="25400" algn="tl" rotWithShape="0">
                  <a:srgbClr val="000000">
                    <a:alpha val="43000"/>
                  </a:srgbClr>
                </a:outerShdw>
              </a:effectLst>
              <a:latin typeface="Franklin Gothic Demi Cond" pitchFamily="34" charset="0"/>
            </a:endParaRPr>
          </a:p>
        </p:txBody>
      </p:sp>
      <p:sp>
        <p:nvSpPr>
          <p:cNvPr id="22" name="Frame 21"/>
          <p:cNvSpPr/>
          <p:nvPr/>
        </p:nvSpPr>
        <p:spPr>
          <a:xfrm>
            <a:off x="0" y="0"/>
            <a:ext cx="9144000" cy="6858000"/>
          </a:xfrm>
          <a:prstGeom prst="frame">
            <a:avLst>
              <a:gd name="adj1" fmla="val 1637"/>
            </a:avLst>
          </a:prstGeom>
          <a:solidFill>
            <a:schemeClr val="bg2">
              <a:lumMod val="25000"/>
            </a:schemeClr>
          </a:solidFill>
          <a:ln>
            <a:solidFill>
              <a:schemeClr val="bg2">
                <a:lumMod val="2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en-US">
              <a:solidFill>
                <a:schemeClr val="tx1"/>
              </a:solidFill>
              <a:cs typeface="Arial" charset="0"/>
            </a:endParaRPr>
          </a:p>
        </p:txBody>
      </p:sp>
      <p:sp>
        <p:nvSpPr>
          <p:cNvPr id="41" name="WordArt 2"/>
          <p:cNvSpPr>
            <a:spLocks noChangeArrowheads="1" noChangeShapeType="1" noTextEdit="1"/>
          </p:cNvSpPr>
          <p:nvPr/>
        </p:nvSpPr>
        <p:spPr bwMode="auto">
          <a:xfrm>
            <a:off x="1763686" y="548680"/>
            <a:ext cx="4464498" cy="902000"/>
          </a:xfrm>
          <a:prstGeom prst="rect">
            <a:avLst/>
          </a:prstGeom>
        </p:spPr>
        <p:txBody>
          <a:bodyPr wrap="none" fromWordArt="1">
            <a:prstTxWarp prst="textPlain">
              <a:avLst>
                <a:gd name="adj" fmla="val 50000"/>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rtl="0"/>
            <a:r>
              <a:rPr lang="id-ID" sz="3600" b="1" kern="10" dirty="0" smtClean="0">
                <a:ln w="19050">
                  <a:solidFill>
                    <a:srgbClr val="FFFF00"/>
                  </a:solidFill>
                </a:ln>
                <a:solidFill>
                  <a:srgbClr val="421C5E"/>
                </a:solidFill>
                <a:effectLst>
                  <a:outerShdw blurRad="50800" dist="39000" dir="5460000" algn="tl">
                    <a:srgbClr val="000000">
                      <a:alpha val="38000"/>
                    </a:srgbClr>
                  </a:outerShdw>
                </a:effectLst>
                <a:latin typeface="Stencil" pitchFamily="82" charset="0"/>
              </a:rPr>
              <a:t>PPKN</a:t>
            </a:r>
            <a:endParaRPr lang="en-US" sz="3600" b="1" kern="10" dirty="0">
              <a:ln w="19050">
                <a:solidFill>
                  <a:srgbClr val="FFFF00"/>
                </a:solidFill>
              </a:ln>
              <a:solidFill>
                <a:srgbClr val="421C5E"/>
              </a:solidFill>
              <a:effectLst>
                <a:outerShdw blurRad="50800" dist="39000" dir="5460000" algn="tl">
                  <a:srgbClr val="000000">
                    <a:alpha val="38000"/>
                  </a:srgbClr>
                </a:outerShdw>
              </a:effectLst>
              <a:latin typeface="Stencil" pitchFamily="82" charset="0"/>
            </a:endParaRPr>
          </a:p>
        </p:txBody>
      </p:sp>
      <p:cxnSp>
        <p:nvCxnSpPr>
          <p:cNvPr id="4" name="Straight Connector 3"/>
          <p:cNvCxnSpPr/>
          <p:nvPr/>
        </p:nvCxnSpPr>
        <p:spPr>
          <a:xfrm>
            <a:off x="1763686" y="1556792"/>
            <a:ext cx="4618674" cy="0"/>
          </a:xfrm>
          <a:prstGeom prst="line">
            <a:avLst/>
          </a:prstGeom>
          <a:ln w="38100">
            <a:solidFill>
              <a:srgbClr val="FFFF00"/>
            </a:solidFill>
            <a:prstDash val="sysDash"/>
          </a:ln>
        </p:spPr>
        <p:style>
          <a:lnRef idx="1">
            <a:schemeClr val="accent1"/>
          </a:lnRef>
          <a:fillRef idx="0">
            <a:schemeClr val="accent1"/>
          </a:fillRef>
          <a:effectRef idx="0">
            <a:schemeClr val="accent1"/>
          </a:effectRef>
          <a:fontRef idx="minor">
            <a:schemeClr val="tx1"/>
          </a:fontRef>
        </p:style>
      </p:cxnSp>
      <p:sp>
        <p:nvSpPr>
          <p:cNvPr id="2" name="Rounded Rectangle 1"/>
          <p:cNvSpPr/>
          <p:nvPr/>
        </p:nvSpPr>
        <p:spPr>
          <a:xfrm>
            <a:off x="6382360" y="351608"/>
            <a:ext cx="1224136" cy="1421208"/>
          </a:xfrm>
          <a:prstGeom prst="roundRect">
            <a:avLst>
              <a:gd name="adj" fmla="val 8621"/>
            </a:avLst>
          </a:prstGeom>
          <a:solidFill>
            <a:srgbClr val="421C5E"/>
          </a:solid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WordArt 2"/>
          <p:cNvSpPr>
            <a:spLocks noChangeArrowheads="1" noChangeShapeType="1" noTextEdit="1"/>
          </p:cNvSpPr>
          <p:nvPr/>
        </p:nvSpPr>
        <p:spPr bwMode="auto">
          <a:xfrm>
            <a:off x="6550320" y="548680"/>
            <a:ext cx="902000" cy="162968"/>
          </a:xfrm>
          <a:prstGeom prst="rect">
            <a:avLst/>
          </a:prstGeom>
        </p:spPr>
        <p:txBody>
          <a:bodyPr wrap="none" fromWordArt="1">
            <a:prstTxWarp prst="textPlain">
              <a:avLst>
                <a:gd name="adj" fmla="val 50000"/>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rtl="0"/>
            <a:r>
              <a:rPr lang="id-ID" sz="3600" b="1" kern="10" dirty="0" smtClean="0">
                <a:ln w="11430">
                  <a:solidFill>
                    <a:srgbClr val="FFFF00"/>
                  </a:solidFill>
                </a:ln>
                <a:solidFill>
                  <a:srgbClr val="FFFF00"/>
                </a:solidFill>
                <a:effectLst>
                  <a:outerShdw blurRad="50800" dist="39000" dir="5460000" algn="tl">
                    <a:srgbClr val="000000">
                      <a:alpha val="38000"/>
                    </a:srgbClr>
                  </a:outerShdw>
                </a:effectLst>
                <a:latin typeface="Franklin Gothic Demi Cond" pitchFamily="34" charset="0"/>
              </a:rPr>
              <a:t>P</a:t>
            </a:r>
            <a:r>
              <a:rPr lang="en-US" sz="3600" b="1" kern="10" dirty="0" smtClean="0">
                <a:ln w="11430">
                  <a:solidFill>
                    <a:srgbClr val="FFFF00"/>
                  </a:solidFill>
                </a:ln>
                <a:solidFill>
                  <a:srgbClr val="FFFF00"/>
                </a:solidFill>
                <a:effectLst>
                  <a:outerShdw blurRad="50800" dist="39000" dir="5460000" algn="tl">
                    <a:srgbClr val="000000">
                      <a:alpha val="38000"/>
                    </a:srgbClr>
                  </a:outerShdw>
                </a:effectLst>
                <a:latin typeface="Franklin Gothic Demi Cond" pitchFamily="34" charset="0"/>
              </a:rPr>
              <a:t>ERTEMUAN</a:t>
            </a:r>
            <a:endParaRPr lang="en-US" sz="3600" b="1" kern="10" dirty="0">
              <a:ln w="11430">
                <a:solidFill>
                  <a:srgbClr val="FFFF00"/>
                </a:solidFill>
              </a:ln>
              <a:solidFill>
                <a:srgbClr val="FFFF00"/>
              </a:solidFill>
              <a:effectLst>
                <a:outerShdw blurRad="50800" dist="39000" dir="5460000" algn="tl">
                  <a:srgbClr val="000000">
                    <a:alpha val="38000"/>
                  </a:srgbClr>
                </a:outerShdw>
              </a:effectLst>
              <a:latin typeface="Franklin Gothic Demi Cond" pitchFamily="34" charset="0"/>
            </a:endParaRPr>
          </a:p>
        </p:txBody>
      </p:sp>
      <p:sp>
        <p:nvSpPr>
          <p:cNvPr id="26" name="WordArt 2"/>
          <p:cNvSpPr>
            <a:spLocks noChangeArrowheads="1" noChangeShapeType="1" noTextEdit="1"/>
          </p:cNvSpPr>
          <p:nvPr/>
        </p:nvSpPr>
        <p:spPr bwMode="auto">
          <a:xfrm>
            <a:off x="6550320" y="764704"/>
            <a:ext cx="902000" cy="686016"/>
          </a:xfrm>
          <a:prstGeom prst="rect">
            <a:avLst/>
          </a:prstGeom>
        </p:spPr>
        <p:txBody>
          <a:bodyPr wrap="none" fromWordArt="1">
            <a:prstTxWarp prst="textPlain">
              <a:avLst>
                <a:gd name="adj" fmla="val 50000"/>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rtl="0"/>
            <a:r>
              <a:rPr lang="en-US" sz="3600" b="1" kern="10" dirty="0" smtClean="0">
                <a:ln w="11430">
                  <a:solidFill>
                    <a:srgbClr val="FFFF00"/>
                  </a:solidFill>
                </a:ln>
                <a:solidFill>
                  <a:srgbClr val="FFFF00"/>
                </a:solidFill>
                <a:effectLst>
                  <a:outerShdw blurRad="50800" dist="39000" dir="5460000" algn="tl">
                    <a:srgbClr val="000000">
                      <a:alpha val="38000"/>
                    </a:srgbClr>
                  </a:outerShdw>
                </a:effectLst>
                <a:latin typeface="Bernard MT Condensed" pitchFamily="18" charset="0"/>
              </a:rPr>
              <a:t>3</a:t>
            </a:r>
            <a:endParaRPr lang="en-US" sz="3600" b="1" kern="10" dirty="0">
              <a:ln w="11430">
                <a:solidFill>
                  <a:srgbClr val="FFFF00"/>
                </a:solidFill>
              </a:ln>
              <a:solidFill>
                <a:srgbClr val="FFFF00"/>
              </a:solidFill>
              <a:effectLst>
                <a:outerShdw blurRad="50800" dist="39000" dir="5460000" algn="tl">
                  <a:srgbClr val="000000">
                    <a:alpha val="38000"/>
                  </a:srgbClr>
                </a:outerShdw>
              </a:effectLst>
              <a:latin typeface="Bernard MT Condensed" pitchFamily="18" charset="0"/>
            </a:endParaRPr>
          </a:p>
        </p:txBody>
      </p:sp>
      <p:pic>
        <p:nvPicPr>
          <p:cNvPr id="13" name="Picture 37" descr="garuda"/>
          <p:cNvPicPr>
            <a:picLocks noChangeAspect="1" noChangeArrowheads="1"/>
          </p:cNvPicPr>
          <p:nvPr/>
        </p:nvPicPr>
        <p:blipFill>
          <a:blip r:embed="rId2"/>
          <a:srcRect/>
          <a:stretch>
            <a:fillRect/>
          </a:stretch>
        </p:blipFill>
        <p:spPr bwMode="auto">
          <a:xfrm>
            <a:off x="4070932" y="1772816"/>
            <a:ext cx="1149140" cy="1227736"/>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5525138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outHorizontal)">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500034" y="224644"/>
            <a:ext cx="8143932" cy="6408712"/>
          </a:xfrm>
          <a:prstGeom prst="roundRect">
            <a:avLst>
              <a:gd name="adj" fmla="val 3636"/>
            </a:avLst>
          </a:prstGeom>
          <a:solidFill>
            <a:srgbClr val="600000"/>
          </a:solidFill>
          <a:ln>
            <a:solidFill>
              <a:schemeClr val="bg2">
                <a:lumMod val="9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eaLnBrk="1" fontAlgn="auto" hangingPunct="1">
              <a:spcBef>
                <a:spcPts val="0"/>
              </a:spcBef>
              <a:spcAft>
                <a:spcPts val="0"/>
              </a:spcAft>
              <a:defRPr/>
            </a:pPr>
            <a:endParaRPr lang="en-US" sz="4400" b="1" spc="50" dirty="0">
              <a:ln w="11430"/>
              <a:gradFill>
                <a:gsLst>
                  <a:gs pos="25000">
                    <a:schemeClr val="accent2">
                      <a:satMod val="155000"/>
                    </a:schemeClr>
                  </a:gs>
                  <a:gs pos="100000">
                    <a:schemeClr val="accent2">
                      <a:shade val="45000"/>
                      <a:satMod val="165000"/>
                    </a:schemeClr>
                  </a:gs>
                </a:gsLst>
                <a:lin ang="5400000"/>
              </a:gradFill>
              <a:latin typeface="Tw Cen MT Condensed Extra Bold" pitchFamily="34" charset="0"/>
            </a:endParaRPr>
          </a:p>
        </p:txBody>
      </p:sp>
      <p:sp>
        <p:nvSpPr>
          <p:cNvPr id="10" name="Rounded Rectangle 9"/>
          <p:cNvSpPr>
            <a:spLocks noChangeArrowheads="1"/>
          </p:cNvSpPr>
          <p:nvPr/>
        </p:nvSpPr>
        <p:spPr bwMode="auto">
          <a:xfrm>
            <a:off x="8574500" y="6435126"/>
            <a:ext cx="445584" cy="285750"/>
          </a:xfrm>
          <a:prstGeom prst="roundRect">
            <a:avLst>
              <a:gd name="adj" fmla="val 16667"/>
            </a:avLst>
          </a:prstGeom>
          <a:solidFill>
            <a:schemeClr val="bg2">
              <a:lumMod val="75000"/>
            </a:schemeClr>
          </a:solidFill>
          <a:ln w="19050">
            <a:solidFill>
              <a:schemeClr val="bg2">
                <a:lumMod val="10000"/>
              </a:schemeClr>
            </a:solidFill>
            <a:round/>
            <a:headEnd/>
            <a:tailEnd/>
          </a:ln>
          <a:effectLst>
            <a:outerShdw dist="20000" dir="5400000" rotWithShape="0">
              <a:srgbClr val="808080">
                <a:alpha val="37999"/>
              </a:srgbClr>
            </a:outerShdw>
          </a:effectLst>
        </p:spPr>
        <p:txBody>
          <a:bodyPr anchor="ctr"/>
          <a:lstStyle/>
          <a:p>
            <a:pPr algn="ctr" eaLnBrk="1" hangingPunct="1">
              <a:defRPr/>
            </a:pPr>
            <a:r>
              <a:rPr lang="en-US" altLang="en-US" dirty="0" smtClean="0">
                <a:solidFill>
                  <a:schemeClr val="bg2">
                    <a:lumMod val="10000"/>
                  </a:schemeClr>
                </a:solidFill>
                <a:latin typeface="Franklin Gothic Demi Cond" pitchFamily="34" charset="0"/>
              </a:rPr>
              <a:t>4</a:t>
            </a:r>
            <a:endParaRPr lang="en-US" altLang="en-US" dirty="0">
              <a:solidFill>
                <a:schemeClr val="bg2">
                  <a:lumMod val="10000"/>
                </a:schemeClr>
              </a:solidFill>
              <a:latin typeface="Franklin Gothic Demi Cond" pitchFamily="34" charset="0"/>
            </a:endParaRPr>
          </a:p>
        </p:txBody>
      </p:sp>
      <p:sp>
        <p:nvSpPr>
          <p:cNvPr id="22" name="Frame 21"/>
          <p:cNvSpPr/>
          <p:nvPr/>
        </p:nvSpPr>
        <p:spPr>
          <a:xfrm>
            <a:off x="0" y="0"/>
            <a:ext cx="9144000" cy="6858000"/>
          </a:xfrm>
          <a:prstGeom prst="frame">
            <a:avLst>
              <a:gd name="adj1" fmla="val 1637"/>
            </a:avLst>
          </a:prstGeom>
          <a:solidFill>
            <a:schemeClr val="bg2">
              <a:lumMod val="25000"/>
            </a:schemeClr>
          </a:solidFill>
          <a:ln>
            <a:solidFill>
              <a:schemeClr val="bg2">
                <a:lumMod val="2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en-US">
              <a:solidFill>
                <a:schemeClr val="tx1"/>
              </a:solidFill>
              <a:cs typeface="Arial" charset="0"/>
            </a:endParaRPr>
          </a:p>
        </p:txBody>
      </p:sp>
      <p:sp>
        <p:nvSpPr>
          <p:cNvPr id="13" name="Rounded Rectangle 12"/>
          <p:cNvSpPr/>
          <p:nvPr/>
        </p:nvSpPr>
        <p:spPr>
          <a:xfrm>
            <a:off x="585777" y="405477"/>
            <a:ext cx="423664" cy="564881"/>
          </a:xfrm>
          <a:prstGeom prst="roundRect">
            <a:avLst>
              <a:gd name="adj" fmla="val 19664"/>
            </a:avLst>
          </a:prstGeom>
          <a:solidFill>
            <a:srgbClr val="632A8E"/>
          </a:solidFill>
          <a:ln w="3175">
            <a:solidFill>
              <a:srgbClr val="FFFF00"/>
            </a:solidFill>
          </a:ln>
        </p:spPr>
        <p:style>
          <a:lnRef idx="2">
            <a:schemeClr val="dk1">
              <a:shade val="50000"/>
            </a:schemeClr>
          </a:lnRef>
          <a:fillRef idx="1">
            <a:schemeClr val="dk1"/>
          </a:fillRef>
          <a:effectRef idx="0">
            <a:schemeClr val="dk1"/>
          </a:effectRef>
          <a:fontRef idx="minor">
            <a:schemeClr val="lt1"/>
          </a:fontRef>
        </p:style>
        <p:txBody>
          <a:bodyPr anchor="ctr">
            <a:scene3d>
              <a:camera prst="orthographicFront"/>
              <a:lightRig rig="soft" dir="t">
                <a:rot lat="0" lon="0" rev="10800000"/>
              </a:lightRig>
            </a:scene3d>
            <a:sp3d>
              <a:bevelT w="27940" h="12700"/>
              <a:contourClr>
                <a:srgbClr val="DDDDDD"/>
              </a:contourClr>
            </a:sp3d>
          </a:bodyPr>
          <a:lstStyle/>
          <a:p>
            <a:endParaRPr lang="id-ID" sz="1000" b="1" spc="150" dirty="0">
              <a:ln w="11430">
                <a:solidFill>
                  <a:srgbClr val="FFFF00"/>
                </a:solidFill>
              </a:ln>
              <a:solidFill>
                <a:srgbClr val="FFFF00"/>
              </a:solidFill>
              <a:effectLst>
                <a:outerShdw blurRad="25400" algn="tl" rotWithShape="0">
                  <a:srgbClr val="000000">
                    <a:alpha val="43000"/>
                  </a:srgbClr>
                </a:outerShdw>
              </a:effectLst>
              <a:latin typeface="Bernard MT Condensed" pitchFamily="18" charset="0"/>
            </a:endParaRPr>
          </a:p>
        </p:txBody>
      </p:sp>
      <p:sp>
        <p:nvSpPr>
          <p:cNvPr id="14" name="Rectangle 13"/>
          <p:cNvSpPr/>
          <p:nvPr/>
        </p:nvSpPr>
        <p:spPr>
          <a:xfrm>
            <a:off x="1879486" y="2483604"/>
            <a:ext cx="6796970" cy="369332"/>
          </a:xfrm>
          <a:prstGeom prst="rect">
            <a:avLst/>
          </a:prstGeom>
        </p:spPr>
        <p:txBody>
          <a:bodyPr wrap="square">
            <a:spAutoFit/>
          </a:bodyPr>
          <a:lstStyle/>
          <a:p>
            <a:pPr lvl="0" algn="just"/>
            <a:r>
              <a:rPr lang="id-ID" dirty="0">
                <a:solidFill>
                  <a:srgbClr val="FFFF00"/>
                </a:solidFill>
                <a:latin typeface="Franklin Gothic Demi Cond" pitchFamily="34" charset="0"/>
              </a:rPr>
              <a:t>Mampu menjelaskan Pancasila menjadi dasar Negara Republik Indonesia </a:t>
            </a:r>
          </a:p>
        </p:txBody>
      </p:sp>
      <p:sp>
        <p:nvSpPr>
          <p:cNvPr id="17" name="Oval 16"/>
          <p:cNvSpPr/>
          <p:nvPr/>
        </p:nvSpPr>
        <p:spPr>
          <a:xfrm>
            <a:off x="1475656" y="2456131"/>
            <a:ext cx="403830" cy="396805"/>
          </a:xfrm>
          <a:prstGeom prst="ellipse">
            <a:avLst/>
          </a:prstGeom>
          <a:solidFill>
            <a:schemeClr val="accent4">
              <a:lumMod val="60000"/>
              <a:lumOff val="40000"/>
            </a:schemeClr>
          </a:solidFill>
          <a:ln>
            <a:solidFill>
              <a:srgbClr val="3E1B5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id-ID" sz="2400" dirty="0" smtClean="0">
              <a:solidFill>
                <a:srgbClr val="3E1B59"/>
              </a:solidFill>
              <a:latin typeface="Franklin Gothic Demi Cond" pitchFamily="34" charset="0"/>
              <a:ea typeface="Verdana" pitchFamily="34" charset="0"/>
              <a:cs typeface="Verdana" pitchFamily="34" charset="0"/>
            </a:endParaRPr>
          </a:p>
        </p:txBody>
      </p:sp>
      <p:cxnSp>
        <p:nvCxnSpPr>
          <p:cNvPr id="21" name="Straight Connector 20"/>
          <p:cNvCxnSpPr/>
          <p:nvPr/>
        </p:nvCxnSpPr>
        <p:spPr>
          <a:xfrm>
            <a:off x="1170209" y="2168099"/>
            <a:ext cx="7413866"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73976" y="1749699"/>
            <a:ext cx="7413866"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1879485" y="3645287"/>
            <a:ext cx="6649997" cy="2308324"/>
          </a:xfrm>
          <a:prstGeom prst="rect">
            <a:avLst/>
          </a:prstGeom>
        </p:spPr>
        <p:txBody>
          <a:bodyPr wrap="square">
            <a:spAutoFit/>
          </a:bodyPr>
          <a:lstStyle/>
          <a:p>
            <a:pPr marL="171450" indent="-171450">
              <a:buFont typeface="Wingdings" pitchFamily="2" charset="2"/>
              <a:buChar char="§"/>
            </a:pPr>
            <a:r>
              <a:rPr lang="id-ID" sz="2400" dirty="0" smtClean="0">
                <a:solidFill>
                  <a:schemeClr val="bg1"/>
                </a:solidFill>
                <a:latin typeface="Franklin Gothic Demi Cond" pitchFamily="34" charset="0"/>
              </a:rPr>
              <a:t>KONSEP</a:t>
            </a:r>
            <a:r>
              <a:rPr lang="en-US" sz="2400" dirty="0" smtClean="0">
                <a:solidFill>
                  <a:schemeClr val="bg1"/>
                </a:solidFill>
                <a:latin typeface="Franklin Gothic Demi Cond" pitchFamily="34" charset="0"/>
              </a:rPr>
              <a:t> </a:t>
            </a:r>
            <a:r>
              <a:rPr lang="id-ID" sz="2400" dirty="0" smtClean="0">
                <a:solidFill>
                  <a:schemeClr val="bg1"/>
                </a:solidFill>
                <a:latin typeface="Franklin Gothic Demi Cond" pitchFamily="34" charset="0"/>
              </a:rPr>
              <a:t>, </a:t>
            </a:r>
            <a:r>
              <a:rPr lang="id-ID" sz="2400" dirty="0">
                <a:solidFill>
                  <a:schemeClr val="bg1"/>
                </a:solidFill>
                <a:latin typeface="Franklin Gothic Demi Cond" pitchFamily="34" charset="0"/>
              </a:rPr>
              <a:t>TUJUAN DAN URGENSI </a:t>
            </a:r>
            <a:r>
              <a:rPr lang="en-US" sz="2400" dirty="0" smtClean="0">
                <a:solidFill>
                  <a:schemeClr val="bg1"/>
                </a:solidFill>
                <a:latin typeface="Franklin Gothic Demi Cond" pitchFamily="34" charset="0"/>
              </a:rPr>
              <a:t>DASAR </a:t>
            </a:r>
            <a:r>
              <a:rPr lang="id-ID" sz="2400" dirty="0" smtClean="0">
                <a:solidFill>
                  <a:schemeClr val="bg1"/>
                </a:solidFill>
                <a:latin typeface="Franklin Gothic Demi Cond" pitchFamily="34" charset="0"/>
              </a:rPr>
              <a:t>NEGARA</a:t>
            </a:r>
            <a:r>
              <a:rPr lang="id-ID" sz="2400" dirty="0">
                <a:solidFill>
                  <a:schemeClr val="bg1"/>
                </a:solidFill>
                <a:latin typeface="Franklin Gothic Demi Cond" pitchFamily="34" charset="0"/>
              </a:rPr>
              <a:t>; </a:t>
            </a:r>
            <a:endParaRPr lang="en-US" sz="2400" dirty="0">
              <a:solidFill>
                <a:schemeClr val="bg1"/>
              </a:solidFill>
              <a:latin typeface="Franklin Gothic Demi Cond" pitchFamily="34" charset="0"/>
            </a:endParaRPr>
          </a:p>
          <a:p>
            <a:pPr marL="171450" indent="-171450">
              <a:buFont typeface="Wingdings" pitchFamily="2" charset="2"/>
              <a:buChar char="§"/>
            </a:pPr>
            <a:r>
              <a:rPr lang="id-ID" sz="2400" dirty="0">
                <a:solidFill>
                  <a:schemeClr val="bg1"/>
                </a:solidFill>
                <a:latin typeface="Franklin Gothic Demi Cond" pitchFamily="34" charset="0"/>
              </a:rPr>
              <a:t>KAJIAN PANCASILA SEBAGAI DASAR NEGARA; </a:t>
            </a:r>
            <a:endParaRPr lang="en-US" sz="2400" dirty="0">
              <a:solidFill>
                <a:schemeClr val="bg1"/>
              </a:solidFill>
              <a:latin typeface="Franklin Gothic Demi Cond" pitchFamily="34" charset="0"/>
            </a:endParaRPr>
          </a:p>
          <a:p>
            <a:pPr marL="171450" indent="-171450">
              <a:buFont typeface="Wingdings" pitchFamily="2" charset="2"/>
              <a:buChar char="§"/>
            </a:pPr>
            <a:r>
              <a:rPr lang="id-ID" sz="2400" dirty="0">
                <a:solidFill>
                  <a:schemeClr val="bg1"/>
                </a:solidFill>
                <a:latin typeface="Franklin Gothic Demi Cond" pitchFamily="34" charset="0"/>
              </a:rPr>
              <a:t>SUMBER YURIDIS, </a:t>
            </a:r>
            <a:r>
              <a:rPr lang="en-US" sz="2400" dirty="0" smtClean="0">
                <a:solidFill>
                  <a:schemeClr val="bg1"/>
                </a:solidFill>
                <a:latin typeface="Franklin Gothic Demi Cond" pitchFamily="34" charset="0"/>
              </a:rPr>
              <a:t>HISTORIS, </a:t>
            </a:r>
            <a:r>
              <a:rPr lang="id-ID" sz="2400" dirty="0" smtClean="0">
                <a:solidFill>
                  <a:schemeClr val="bg1"/>
                </a:solidFill>
                <a:latin typeface="Franklin Gothic Demi Cond" pitchFamily="34" charset="0"/>
              </a:rPr>
              <a:t>SOSIOLOGIS </a:t>
            </a:r>
            <a:r>
              <a:rPr lang="id-ID" sz="2400" dirty="0">
                <a:solidFill>
                  <a:schemeClr val="bg1"/>
                </a:solidFill>
                <a:latin typeface="Franklin Gothic Demi Cond" pitchFamily="34" charset="0"/>
              </a:rPr>
              <a:t>DAN POLITIS; PANCASILA SBG DASAR NEGARA </a:t>
            </a:r>
            <a:endParaRPr lang="en-US" sz="2400" dirty="0">
              <a:solidFill>
                <a:schemeClr val="bg1"/>
              </a:solidFill>
              <a:latin typeface="Franklin Gothic Demi Cond" pitchFamily="34" charset="0"/>
            </a:endParaRPr>
          </a:p>
          <a:p>
            <a:pPr marL="171450" indent="-171450">
              <a:buFont typeface="Wingdings" pitchFamily="2" charset="2"/>
              <a:buChar char="§"/>
            </a:pPr>
            <a:r>
              <a:rPr lang="id-ID" sz="2400" dirty="0" smtClean="0">
                <a:solidFill>
                  <a:schemeClr val="bg1"/>
                </a:solidFill>
                <a:latin typeface="Franklin Gothic Demi Cond" pitchFamily="34" charset="0"/>
              </a:rPr>
              <a:t>ESENSI </a:t>
            </a:r>
            <a:r>
              <a:rPr lang="id-ID" sz="2400" dirty="0">
                <a:solidFill>
                  <a:schemeClr val="bg1"/>
                </a:solidFill>
                <a:latin typeface="Franklin Gothic Demi Cond" pitchFamily="34" charset="0"/>
              </a:rPr>
              <a:t>DAN URGENSI</a:t>
            </a:r>
            <a:r>
              <a:rPr lang="en-US" sz="2400" dirty="0">
                <a:solidFill>
                  <a:schemeClr val="bg1"/>
                </a:solidFill>
                <a:latin typeface="Franklin Gothic Demi Cond" pitchFamily="34" charset="0"/>
              </a:rPr>
              <a:t> </a:t>
            </a:r>
            <a:r>
              <a:rPr lang="id-ID" sz="2400" dirty="0">
                <a:solidFill>
                  <a:schemeClr val="bg1"/>
                </a:solidFill>
                <a:latin typeface="Franklin Gothic Demi Cond" pitchFamily="34" charset="0"/>
              </a:rPr>
              <a:t>PANCASILA SBG DASAR NEGARA </a:t>
            </a:r>
            <a:endParaRPr lang="en-US" sz="2400" dirty="0">
              <a:solidFill>
                <a:schemeClr val="bg1"/>
              </a:solidFill>
              <a:latin typeface="Franklin Gothic Demi Cond" pitchFamily="34" charset="0"/>
            </a:endParaRPr>
          </a:p>
        </p:txBody>
      </p:sp>
      <p:cxnSp>
        <p:nvCxnSpPr>
          <p:cNvPr id="28" name="Straight Connector 27"/>
          <p:cNvCxnSpPr/>
          <p:nvPr/>
        </p:nvCxnSpPr>
        <p:spPr>
          <a:xfrm>
            <a:off x="1170208" y="3491802"/>
            <a:ext cx="7413866"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173975" y="3073402"/>
            <a:ext cx="7413866" cy="0"/>
          </a:xfrm>
          <a:prstGeom prst="line">
            <a:avLst/>
          </a:prstGeom>
          <a:ln w="285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797609" y="1736590"/>
            <a:ext cx="529840" cy="493686"/>
          </a:xfrm>
          <a:prstGeom prst="roundRect">
            <a:avLst/>
          </a:prstGeom>
          <a:solidFill>
            <a:srgbClr val="210E30"/>
          </a:solidFill>
          <a:ln w="3175">
            <a:solidFill>
              <a:schemeClr val="bg1"/>
            </a:solidFill>
          </a:ln>
        </p:spPr>
        <p:style>
          <a:lnRef idx="2">
            <a:schemeClr val="dk1">
              <a:shade val="50000"/>
            </a:schemeClr>
          </a:lnRef>
          <a:fillRef idx="1">
            <a:schemeClr val="dk1"/>
          </a:fillRef>
          <a:effectRef idx="0">
            <a:schemeClr val="dk1"/>
          </a:effectRef>
          <a:fontRef idx="minor">
            <a:schemeClr val="lt1"/>
          </a:fontRef>
        </p:style>
        <p:txBody>
          <a:bodyPr anchor="ctr">
            <a:scene3d>
              <a:camera prst="orthographicFront"/>
              <a:lightRig rig="soft" dir="t">
                <a:rot lat="0" lon="0" rev="10800000"/>
              </a:lightRig>
            </a:scene3d>
            <a:sp3d>
              <a:bevelT w="27940" h="12700"/>
              <a:contourClr>
                <a:srgbClr val="DDDDDD"/>
              </a:contourClr>
            </a:sp3d>
          </a:bodyPr>
          <a:lstStyle/>
          <a:p>
            <a:endParaRPr lang="id-ID" sz="1000" b="1" spc="150" dirty="0">
              <a:ln w="11430">
                <a:solidFill>
                  <a:srgbClr val="FFFF00"/>
                </a:solidFill>
              </a:ln>
              <a:solidFill>
                <a:srgbClr val="FFFF00"/>
              </a:solidFill>
              <a:effectLst>
                <a:outerShdw blurRad="25400" algn="tl" rotWithShape="0">
                  <a:srgbClr val="000000">
                    <a:alpha val="43000"/>
                  </a:srgbClr>
                </a:outerShdw>
              </a:effectLst>
              <a:latin typeface="Bernard MT Condensed" pitchFamily="18" charset="0"/>
            </a:endParaRPr>
          </a:p>
        </p:txBody>
      </p:sp>
      <p:sp>
        <p:nvSpPr>
          <p:cNvPr id="15" name="Rectangle 14"/>
          <p:cNvSpPr/>
          <p:nvPr/>
        </p:nvSpPr>
        <p:spPr>
          <a:xfrm>
            <a:off x="1115617" y="1798767"/>
            <a:ext cx="3848323" cy="369332"/>
          </a:xfrm>
          <a:prstGeom prst="rect">
            <a:avLst/>
          </a:prstGeom>
        </p:spPr>
        <p:txBody>
          <a:bodyPr wrap="square">
            <a:spAutoFit/>
          </a:bodyPr>
          <a:lstStyle/>
          <a:p>
            <a:pPr lvl="0"/>
            <a:r>
              <a:rPr lang="id-ID" dirty="0" smtClean="0">
                <a:solidFill>
                  <a:prstClr val="white"/>
                </a:solidFill>
                <a:latin typeface="Franklin Gothic Demi Cond" pitchFamily="34" charset="0"/>
              </a:rPr>
              <a:t>KEMAMPUAN AKHIR YG DIHARAPKAN</a:t>
            </a:r>
            <a:endParaRPr lang="id-ID" dirty="0">
              <a:solidFill>
                <a:prstClr val="white"/>
              </a:solidFill>
              <a:latin typeface="Franklin Gothic Demi Cond" pitchFamily="34" charset="0"/>
            </a:endParaRPr>
          </a:p>
        </p:txBody>
      </p:sp>
      <p:sp>
        <p:nvSpPr>
          <p:cNvPr id="31" name="Rounded Rectangle 30"/>
          <p:cNvSpPr/>
          <p:nvPr/>
        </p:nvSpPr>
        <p:spPr>
          <a:xfrm>
            <a:off x="798108" y="3068960"/>
            <a:ext cx="529840" cy="493686"/>
          </a:xfrm>
          <a:prstGeom prst="roundRect">
            <a:avLst/>
          </a:prstGeom>
          <a:solidFill>
            <a:srgbClr val="210E30"/>
          </a:solidFill>
          <a:ln w="3175">
            <a:solidFill>
              <a:schemeClr val="bg1"/>
            </a:solidFill>
          </a:ln>
        </p:spPr>
        <p:style>
          <a:lnRef idx="2">
            <a:schemeClr val="dk1">
              <a:shade val="50000"/>
            </a:schemeClr>
          </a:lnRef>
          <a:fillRef idx="1">
            <a:schemeClr val="dk1"/>
          </a:fillRef>
          <a:effectRef idx="0">
            <a:schemeClr val="dk1"/>
          </a:effectRef>
          <a:fontRef idx="minor">
            <a:schemeClr val="lt1"/>
          </a:fontRef>
        </p:style>
        <p:txBody>
          <a:bodyPr anchor="ctr">
            <a:scene3d>
              <a:camera prst="orthographicFront"/>
              <a:lightRig rig="soft" dir="t">
                <a:rot lat="0" lon="0" rev="10800000"/>
              </a:lightRig>
            </a:scene3d>
            <a:sp3d>
              <a:bevelT w="27940" h="12700"/>
              <a:contourClr>
                <a:srgbClr val="DDDDDD"/>
              </a:contourClr>
            </a:sp3d>
          </a:bodyPr>
          <a:lstStyle/>
          <a:p>
            <a:endParaRPr lang="id-ID" sz="1000" b="1" spc="150" dirty="0">
              <a:ln w="11430">
                <a:solidFill>
                  <a:srgbClr val="FFFF00"/>
                </a:solidFill>
              </a:ln>
              <a:solidFill>
                <a:srgbClr val="600000"/>
              </a:solidFill>
              <a:effectLst>
                <a:outerShdw blurRad="25400" algn="tl" rotWithShape="0">
                  <a:srgbClr val="000000">
                    <a:alpha val="43000"/>
                  </a:srgbClr>
                </a:outerShdw>
              </a:effectLst>
              <a:latin typeface="Bernard MT Condensed" pitchFamily="18" charset="0"/>
            </a:endParaRPr>
          </a:p>
        </p:txBody>
      </p:sp>
      <p:sp>
        <p:nvSpPr>
          <p:cNvPr id="27" name="Rectangle 26"/>
          <p:cNvSpPr/>
          <p:nvPr/>
        </p:nvSpPr>
        <p:spPr>
          <a:xfrm>
            <a:off x="1115616" y="3122470"/>
            <a:ext cx="3848323" cy="369332"/>
          </a:xfrm>
          <a:prstGeom prst="rect">
            <a:avLst/>
          </a:prstGeom>
        </p:spPr>
        <p:txBody>
          <a:bodyPr wrap="square">
            <a:spAutoFit/>
          </a:bodyPr>
          <a:lstStyle/>
          <a:p>
            <a:pPr lvl="0"/>
            <a:r>
              <a:rPr lang="id-ID" dirty="0" smtClean="0">
                <a:solidFill>
                  <a:prstClr val="white"/>
                </a:solidFill>
                <a:latin typeface="Franklin Gothic Demi Cond" pitchFamily="34" charset="0"/>
              </a:rPr>
              <a:t>POKOK BAHASAN</a:t>
            </a:r>
            <a:endParaRPr lang="id-ID" dirty="0">
              <a:solidFill>
                <a:prstClr val="white"/>
              </a:solidFill>
              <a:latin typeface="Franklin Gothic Demi Cond" pitchFamily="34" charset="0"/>
            </a:endParaRPr>
          </a:p>
        </p:txBody>
      </p:sp>
      <p:sp>
        <p:nvSpPr>
          <p:cNvPr id="32" name="Rounded Rectangle 31"/>
          <p:cNvSpPr/>
          <p:nvPr/>
        </p:nvSpPr>
        <p:spPr>
          <a:xfrm>
            <a:off x="1547664" y="3706146"/>
            <a:ext cx="360040" cy="338366"/>
          </a:xfrm>
          <a:prstGeom prst="roundRect">
            <a:avLst/>
          </a:prstGeom>
          <a:solidFill>
            <a:schemeClr val="accent4">
              <a:lumMod val="60000"/>
              <a:lumOff val="40000"/>
            </a:schemeClr>
          </a:solidFill>
          <a:ln>
            <a:solidFill>
              <a:srgbClr val="3E1B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rgbClr val="600000"/>
                </a:solidFill>
                <a:latin typeface="Franklin Gothic Demi Cond" pitchFamily="34" charset="0"/>
                <a:ea typeface="Verdana" pitchFamily="34" charset="0"/>
                <a:cs typeface="Verdana" pitchFamily="34" charset="0"/>
              </a:rPr>
              <a:t>A</a:t>
            </a:r>
            <a:endParaRPr lang="id-ID" sz="1600" dirty="0" smtClean="0">
              <a:solidFill>
                <a:srgbClr val="600000"/>
              </a:solidFill>
              <a:latin typeface="Franklin Gothic Demi Cond" pitchFamily="34" charset="0"/>
              <a:ea typeface="Verdana" pitchFamily="34" charset="0"/>
              <a:cs typeface="Verdana" pitchFamily="34" charset="0"/>
            </a:endParaRPr>
          </a:p>
        </p:txBody>
      </p:sp>
      <p:sp>
        <p:nvSpPr>
          <p:cNvPr id="33" name="Rounded Rectangle 32"/>
          <p:cNvSpPr/>
          <p:nvPr/>
        </p:nvSpPr>
        <p:spPr>
          <a:xfrm>
            <a:off x="1051019" y="404664"/>
            <a:ext cx="3344268" cy="565695"/>
          </a:xfrm>
          <a:prstGeom prst="roundRect">
            <a:avLst>
              <a:gd name="adj" fmla="val 12480"/>
            </a:avLst>
          </a:prstGeom>
          <a:solidFill>
            <a:srgbClr val="FFFF00"/>
          </a:solidFill>
          <a:ln w="12700">
            <a:solidFill>
              <a:srgbClr val="632A8E"/>
            </a:solidFill>
          </a:ln>
        </p:spPr>
        <p:style>
          <a:lnRef idx="2">
            <a:schemeClr val="dk1">
              <a:shade val="50000"/>
            </a:schemeClr>
          </a:lnRef>
          <a:fillRef idx="1">
            <a:schemeClr val="dk1"/>
          </a:fillRef>
          <a:effectRef idx="0">
            <a:schemeClr val="dk1"/>
          </a:effectRef>
          <a:fontRef idx="minor">
            <a:schemeClr val="lt1"/>
          </a:fontRef>
        </p:style>
        <p:txBody>
          <a:bodyPr anchor="ctr">
            <a:scene3d>
              <a:camera prst="orthographicFront"/>
              <a:lightRig rig="soft" dir="t">
                <a:rot lat="0" lon="0" rev="10800000"/>
              </a:lightRig>
            </a:scene3d>
            <a:sp3d>
              <a:bevelT w="27940" h="12700"/>
              <a:contourClr>
                <a:srgbClr val="DDDDDD"/>
              </a:contourClr>
            </a:sp3d>
          </a:bodyPr>
          <a:lstStyle/>
          <a:p>
            <a:r>
              <a:rPr lang="en-US" sz="1050" dirty="0">
                <a:solidFill>
                  <a:srgbClr val="3E1B59"/>
                </a:solidFill>
                <a:latin typeface="Bernard MT Condensed" pitchFamily="18" charset="0"/>
              </a:rPr>
              <a:t>BAGAIMANA PANCASILA MENJADI </a:t>
            </a:r>
          </a:p>
          <a:p>
            <a:r>
              <a:rPr lang="en-US" sz="1050" dirty="0">
                <a:solidFill>
                  <a:srgbClr val="3E1B59"/>
                </a:solidFill>
                <a:latin typeface="Bernard MT Condensed" pitchFamily="18" charset="0"/>
              </a:rPr>
              <a:t>DASAR NEGARA REPUBLIK INDONESIA?</a:t>
            </a:r>
            <a:endParaRPr lang="id-ID" sz="1050" b="1" spc="150" dirty="0">
              <a:ln w="11430">
                <a:noFill/>
              </a:ln>
              <a:solidFill>
                <a:srgbClr val="3E1B59"/>
              </a:solidFill>
              <a:effectLst>
                <a:outerShdw blurRad="25400" algn="tl" rotWithShape="0">
                  <a:srgbClr val="000000">
                    <a:alpha val="43000"/>
                  </a:srgbClr>
                </a:outerShdw>
              </a:effectLst>
              <a:latin typeface="Bernard MT Condensed" pitchFamily="18" charset="0"/>
            </a:endParaRPr>
          </a:p>
        </p:txBody>
      </p:sp>
      <p:sp>
        <p:nvSpPr>
          <p:cNvPr id="19" name="Rounded Rectangle 18"/>
          <p:cNvSpPr/>
          <p:nvPr/>
        </p:nvSpPr>
        <p:spPr>
          <a:xfrm>
            <a:off x="1547664" y="4105782"/>
            <a:ext cx="360040" cy="338366"/>
          </a:xfrm>
          <a:prstGeom prst="roundRect">
            <a:avLst/>
          </a:prstGeom>
          <a:solidFill>
            <a:schemeClr val="accent4">
              <a:lumMod val="60000"/>
              <a:lumOff val="40000"/>
            </a:schemeClr>
          </a:solidFill>
          <a:ln>
            <a:solidFill>
              <a:srgbClr val="3E1B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rgbClr val="600000"/>
                </a:solidFill>
                <a:latin typeface="Franklin Gothic Demi Cond" pitchFamily="34" charset="0"/>
                <a:ea typeface="Verdana" pitchFamily="34" charset="0"/>
                <a:cs typeface="Verdana" pitchFamily="34" charset="0"/>
              </a:rPr>
              <a:t>B</a:t>
            </a:r>
            <a:endParaRPr lang="id-ID" sz="1600" dirty="0" smtClean="0">
              <a:solidFill>
                <a:srgbClr val="600000"/>
              </a:solidFill>
              <a:latin typeface="Franklin Gothic Demi Cond" pitchFamily="34" charset="0"/>
              <a:ea typeface="Verdana" pitchFamily="34" charset="0"/>
              <a:cs typeface="Verdana" pitchFamily="34" charset="0"/>
            </a:endParaRPr>
          </a:p>
        </p:txBody>
      </p:sp>
      <p:sp>
        <p:nvSpPr>
          <p:cNvPr id="20" name="Rounded Rectangle 19"/>
          <p:cNvSpPr/>
          <p:nvPr/>
        </p:nvSpPr>
        <p:spPr>
          <a:xfrm>
            <a:off x="1547664" y="4487348"/>
            <a:ext cx="360040" cy="338366"/>
          </a:xfrm>
          <a:prstGeom prst="roundRect">
            <a:avLst/>
          </a:prstGeom>
          <a:solidFill>
            <a:schemeClr val="accent4">
              <a:lumMod val="60000"/>
              <a:lumOff val="40000"/>
            </a:schemeClr>
          </a:solidFill>
          <a:ln>
            <a:solidFill>
              <a:srgbClr val="3E1B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rgbClr val="600000"/>
                </a:solidFill>
                <a:latin typeface="Franklin Gothic Demi Cond" pitchFamily="34" charset="0"/>
                <a:ea typeface="Verdana" pitchFamily="34" charset="0"/>
                <a:cs typeface="Verdana" pitchFamily="34" charset="0"/>
              </a:rPr>
              <a:t>C</a:t>
            </a:r>
            <a:endParaRPr lang="id-ID" sz="1600" dirty="0" smtClean="0">
              <a:solidFill>
                <a:srgbClr val="600000"/>
              </a:solidFill>
              <a:latin typeface="Franklin Gothic Demi Cond" pitchFamily="34" charset="0"/>
              <a:ea typeface="Verdana" pitchFamily="34" charset="0"/>
              <a:cs typeface="Verdana" pitchFamily="34" charset="0"/>
            </a:endParaRPr>
          </a:p>
        </p:txBody>
      </p:sp>
      <p:sp>
        <p:nvSpPr>
          <p:cNvPr id="25" name="Rounded Rectangle 24"/>
          <p:cNvSpPr/>
          <p:nvPr/>
        </p:nvSpPr>
        <p:spPr>
          <a:xfrm>
            <a:off x="1547664" y="5178866"/>
            <a:ext cx="360040" cy="338366"/>
          </a:xfrm>
          <a:prstGeom prst="roundRect">
            <a:avLst/>
          </a:prstGeom>
          <a:solidFill>
            <a:schemeClr val="accent4">
              <a:lumMod val="60000"/>
              <a:lumOff val="40000"/>
            </a:schemeClr>
          </a:solidFill>
          <a:ln>
            <a:solidFill>
              <a:srgbClr val="3E1B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600000"/>
                </a:solidFill>
                <a:latin typeface="Franklin Gothic Demi Cond" pitchFamily="34" charset="0"/>
                <a:ea typeface="Verdana" pitchFamily="34" charset="0"/>
                <a:cs typeface="Verdana" pitchFamily="34" charset="0"/>
              </a:rPr>
              <a:t>D</a:t>
            </a:r>
            <a:endParaRPr lang="id-ID" sz="1600" dirty="0" smtClean="0">
              <a:solidFill>
                <a:srgbClr val="600000"/>
              </a:solidFill>
              <a:latin typeface="Franklin Gothic Demi Cond" pitchFamily="34" charset="0"/>
              <a:ea typeface="Verdana" pitchFamily="34" charset="0"/>
              <a:cs typeface="Verdana" pitchFamily="34" charset="0"/>
            </a:endParaRPr>
          </a:p>
        </p:txBody>
      </p:sp>
      <p:pic>
        <p:nvPicPr>
          <p:cNvPr id="26" name="Picture 37" descr="garuda"/>
          <p:cNvPicPr>
            <a:picLocks noChangeAspect="1" noChangeArrowheads="1"/>
          </p:cNvPicPr>
          <p:nvPr/>
        </p:nvPicPr>
        <p:blipFill>
          <a:blip r:embed="rId2"/>
          <a:srcRect/>
          <a:stretch>
            <a:fillRect/>
          </a:stretch>
        </p:blipFill>
        <p:spPr bwMode="auto">
          <a:xfrm>
            <a:off x="8115436" y="217274"/>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18058285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000" fill="hold"/>
                                        <p:tgtEl>
                                          <p:spTgt spid="17"/>
                                        </p:tgtEl>
                                        <p:attrNameLst>
                                          <p:attrName>ppt_x</p:attrName>
                                        </p:attrNameLst>
                                      </p:cBhvr>
                                      <p:tavLst>
                                        <p:tav tm="0">
                                          <p:val>
                                            <p:strVal val="#ppt_x"/>
                                          </p:val>
                                        </p:tav>
                                        <p:tav tm="100000">
                                          <p:val>
                                            <p:strVal val="#ppt_x"/>
                                          </p:val>
                                        </p:tav>
                                      </p:tavLst>
                                    </p:anim>
                                    <p:anim calcmode="lin" valueType="num">
                                      <p:cBhvr additive="base">
                                        <p:cTn id="8" dur="1000" fill="hold"/>
                                        <p:tgtEl>
                                          <p:spTgt spid="17"/>
                                        </p:tgtEl>
                                        <p:attrNameLst>
                                          <p:attrName>ppt_y</p:attrName>
                                        </p:attrNameLst>
                                      </p:cBhvr>
                                      <p:tavLst>
                                        <p:tav tm="0">
                                          <p:val>
                                            <p:strVal val="1+#ppt_h/2"/>
                                          </p:val>
                                        </p:tav>
                                        <p:tav tm="100000">
                                          <p:val>
                                            <p:strVal val="#ppt_y"/>
                                          </p:val>
                                        </p:tav>
                                      </p:tavLst>
                                    </p:anim>
                                  </p:childTnLst>
                                </p:cTn>
                              </p:par>
                              <p:par>
                                <p:cTn id="9" presetID="21" presetClass="entr" presetSubtype="1"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heel(1)">
                                      <p:cBhvr>
                                        <p:cTn id="11" dur="500"/>
                                        <p:tgtEl>
                                          <p:spTgt spid="30"/>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wheel(1)">
                                      <p:cBhvr>
                                        <p:cTn id="14" dur="500"/>
                                        <p:tgtEl>
                                          <p:spTgt spid="31"/>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2000"/>
                                        <p:tgtEl>
                                          <p:spTgt spid="1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left)">
                                      <p:cBhvr>
                                        <p:cTn id="20" dur="20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Effect transition="in" filter="wipe(left)">
                                      <p:cBhvr>
                                        <p:cTn id="25" dur="500"/>
                                        <p:tgtEl>
                                          <p:spTgt spid="14">
                                            <p:txEl>
                                              <p:pRg st="0" end="0"/>
                                            </p:txEl>
                                          </p:spTgt>
                                        </p:tgtEl>
                                      </p:cBhvr>
                                    </p:animEffect>
                                  </p:childTnLst>
                                </p:cTn>
                              </p:par>
                              <p:par>
                                <p:cTn id="26" presetID="2" presetClass="entr" presetSubtype="4"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1000" fill="hold"/>
                                        <p:tgtEl>
                                          <p:spTgt spid="19"/>
                                        </p:tgtEl>
                                        <p:attrNameLst>
                                          <p:attrName>ppt_x</p:attrName>
                                        </p:attrNameLst>
                                      </p:cBhvr>
                                      <p:tavLst>
                                        <p:tav tm="0">
                                          <p:val>
                                            <p:strVal val="#ppt_x"/>
                                          </p:val>
                                        </p:tav>
                                        <p:tav tm="100000">
                                          <p:val>
                                            <p:strVal val="#ppt_x"/>
                                          </p:val>
                                        </p:tav>
                                      </p:tavLst>
                                    </p:anim>
                                    <p:anim calcmode="lin" valueType="num">
                                      <p:cBhvr additive="base">
                                        <p:cTn id="29" dur="10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1000" fill="hold"/>
                                        <p:tgtEl>
                                          <p:spTgt spid="20"/>
                                        </p:tgtEl>
                                        <p:attrNameLst>
                                          <p:attrName>ppt_x</p:attrName>
                                        </p:attrNameLst>
                                      </p:cBhvr>
                                      <p:tavLst>
                                        <p:tav tm="0">
                                          <p:val>
                                            <p:strVal val="#ppt_x"/>
                                          </p:val>
                                        </p:tav>
                                        <p:tav tm="100000">
                                          <p:val>
                                            <p:strVal val="#ppt_x"/>
                                          </p:val>
                                        </p:tav>
                                      </p:tavLst>
                                    </p:anim>
                                    <p:anim calcmode="lin" valueType="num">
                                      <p:cBhvr additive="base">
                                        <p:cTn id="33" dur="1000" fill="hold"/>
                                        <p:tgtEl>
                                          <p:spTgt spid="20"/>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 calcmode="lin" valueType="num">
                                      <p:cBhvr additive="base">
                                        <p:cTn id="36" dur="1000" fill="hold"/>
                                        <p:tgtEl>
                                          <p:spTgt spid="32"/>
                                        </p:tgtEl>
                                        <p:attrNameLst>
                                          <p:attrName>ppt_x</p:attrName>
                                        </p:attrNameLst>
                                      </p:cBhvr>
                                      <p:tavLst>
                                        <p:tav tm="0">
                                          <p:val>
                                            <p:strVal val="#ppt_x"/>
                                          </p:val>
                                        </p:tav>
                                        <p:tav tm="100000">
                                          <p:val>
                                            <p:strVal val="#ppt_x"/>
                                          </p:val>
                                        </p:tav>
                                      </p:tavLst>
                                    </p:anim>
                                    <p:anim calcmode="lin" valueType="num">
                                      <p:cBhvr additive="base">
                                        <p:cTn id="37" dur="1000" fill="hold"/>
                                        <p:tgtEl>
                                          <p:spTgt spid="32"/>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additive="base">
                                        <p:cTn id="40" dur="1000" fill="hold"/>
                                        <p:tgtEl>
                                          <p:spTgt spid="25"/>
                                        </p:tgtEl>
                                        <p:attrNameLst>
                                          <p:attrName>ppt_x</p:attrName>
                                        </p:attrNameLst>
                                      </p:cBhvr>
                                      <p:tavLst>
                                        <p:tav tm="0">
                                          <p:val>
                                            <p:strVal val="#ppt_x"/>
                                          </p:val>
                                        </p:tav>
                                        <p:tav tm="100000">
                                          <p:val>
                                            <p:strVal val="#ppt_x"/>
                                          </p:val>
                                        </p:tav>
                                      </p:tavLst>
                                    </p:anim>
                                    <p:anim calcmode="lin" valueType="num">
                                      <p:cBhvr additive="base">
                                        <p:cTn id="41" dur="10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4">
                                            <p:txEl>
                                              <p:pRg st="0" end="0"/>
                                            </p:txEl>
                                          </p:spTgt>
                                        </p:tgtEl>
                                        <p:attrNameLst>
                                          <p:attrName>style.visibility</p:attrName>
                                        </p:attrNameLst>
                                      </p:cBhvr>
                                      <p:to>
                                        <p:strVal val="visible"/>
                                      </p:to>
                                    </p:set>
                                    <p:animEffect transition="in" filter="wipe(left)">
                                      <p:cBhvr>
                                        <p:cTn id="46" dur="1000"/>
                                        <p:tgtEl>
                                          <p:spTgt spid="2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4">
                                            <p:txEl>
                                              <p:pRg st="1" end="1"/>
                                            </p:txEl>
                                          </p:spTgt>
                                        </p:tgtEl>
                                        <p:attrNameLst>
                                          <p:attrName>style.visibility</p:attrName>
                                        </p:attrNameLst>
                                      </p:cBhvr>
                                      <p:to>
                                        <p:strVal val="visible"/>
                                      </p:to>
                                    </p:set>
                                    <p:animEffect transition="in" filter="wipe(left)">
                                      <p:cBhvr>
                                        <p:cTn id="51" dur="1000"/>
                                        <p:tgtEl>
                                          <p:spTgt spid="24">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4">
                                            <p:txEl>
                                              <p:pRg st="2" end="2"/>
                                            </p:txEl>
                                          </p:spTgt>
                                        </p:tgtEl>
                                        <p:attrNameLst>
                                          <p:attrName>style.visibility</p:attrName>
                                        </p:attrNameLst>
                                      </p:cBhvr>
                                      <p:to>
                                        <p:strVal val="visible"/>
                                      </p:to>
                                    </p:set>
                                    <p:animEffect transition="in" filter="wipe(left)">
                                      <p:cBhvr>
                                        <p:cTn id="56" dur="1000"/>
                                        <p:tgtEl>
                                          <p:spTgt spid="24">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4">
                                            <p:txEl>
                                              <p:pRg st="3" end="3"/>
                                            </p:txEl>
                                          </p:spTgt>
                                        </p:tgtEl>
                                        <p:attrNameLst>
                                          <p:attrName>style.visibility</p:attrName>
                                        </p:attrNameLst>
                                      </p:cBhvr>
                                      <p:to>
                                        <p:strVal val="visible"/>
                                      </p:to>
                                    </p:set>
                                    <p:animEffect transition="in" filter="wipe(left)">
                                      <p:cBhvr>
                                        <p:cTn id="61" dur="1000"/>
                                        <p:tgtEl>
                                          <p:spTgt spid="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0" grpId="0" animBg="1"/>
      <p:bldP spid="15" grpId="0"/>
      <p:bldP spid="31" grpId="0" animBg="1"/>
      <p:bldP spid="27" grpId="0"/>
      <p:bldP spid="32" grpId="0" animBg="1"/>
      <p:bldP spid="19" grpId="0" animBg="1"/>
      <p:bldP spid="20"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p:cNvSpPr/>
          <p:nvPr/>
        </p:nvSpPr>
        <p:spPr>
          <a:xfrm>
            <a:off x="395536" y="177754"/>
            <a:ext cx="8352928" cy="6419598"/>
          </a:xfrm>
          <a:prstGeom prst="roundRect">
            <a:avLst>
              <a:gd name="adj" fmla="val 2316"/>
            </a:avLst>
          </a:prstGeom>
          <a:solidFill>
            <a:srgbClr val="0000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ounded Rectangle 9"/>
          <p:cNvSpPr/>
          <p:nvPr/>
        </p:nvSpPr>
        <p:spPr>
          <a:xfrm>
            <a:off x="1587828" y="1592035"/>
            <a:ext cx="2552124" cy="1359911"/>
          </a:xfrm>
          <a:prstGeom prst="roundRect">
            <a:avLst>
              <a:gd name="adj" fmla="val 9775"/>
            </a:avLst>
          </a:prstGeom>
          <a:solidFill>
            <a:srgbClr val="5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Franklin Gothic Demi Cond" pitchFamily="34" charset="0"/>
                <a:ea typeface="Verdana" pitchFamily="34" charset="0"/>
                <a:cs typeface="Verdana" pitchFamily="34" charset="0"/>
              </a:rPr>
              <a:t>KONSEP NEGARA</a:t>
            </a:r>
            <a:endParaRPr lang="id-ID" sz="2400" dirty="0">
              <a:solidFill>
                <a:schemeClr val="bg1"/>
              </a:solidFill>
              <a:latin typeface="Franklin Gothic Demi Cond" pitchFamily="34" charset="0"/>
              <a:ea typeface="Verdana" pitchFamily="34" charset="0"/>
              <a:cs typeface="Verdana" pitchFamily="34" charset="0"/>
            </a:endParaRPr>
          </a:p>
        </p:txBody>
      </p:sp>
      <p:sp>
        <p:nvSpPr>
          <p:cNvPr id="15" name="Rounded Rectangle 14"/>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solidFill>
                  <a:srgbClr val="FFC000"/>
                </a:solidFill>
                <a:latin typeface="Franklin Gothic Demi Cond" pitchFamily="34" charset="0"/>
              </a:rPr>
              <a:t>5</a:t>
            </a:r>
          </a:p>
        </p:txBody>
      </p:sp>
      <p:sp>
        <p:nvSpPr>
          <p:cNvPr id="7" name="Rounded Rectangle 6"/>
          <p:cNvSpPr/>
          <p:nvPr/>
        </p:nvSpPr>
        <p:spPr>
          <a:xfrm>
            <a:off x="830542" y="426368"/>
            <a:ext cx="8061938" cy="770384"/>
          </a:xfrm>
          <a:prstGeom prst="roundRect">
            <a:avLst/>
          </a:prstGeom>
          <a:solidFill>
            <a:srgbClr val="7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id-ID" sz="2800" dirty="0">
                <a:solidFill>
                  <a:schemeClr val="bg1"/>
                </a:solidFill>
                <a:latin typeface="Franklin Gothic Demi Cond" pitchFamily="34" charset="0"/>
              </a:rPr>
              <a:t>KONSEP, TUJUAN DAN URGENSI </a:t>
            </a:r>
            <a:r>
              <a:rPr lang="en-US" sz="2800" dirty="0" smtClean="0">
                <a:solidFill>
                  <a:schemeClr val="bg1"/>
                </a:solidFill>
                <a:latin typeface="Franklin Gothic Demi Cond" pitchFamily="34" charset="0"/>
              </a:rPr>
              <a:t>DASAR </a:t>
            </a:r>
            <a:r>
              <a:rPr lang="id-ID" sz="2800" dirty="0" smtClean="0">
                <a:solidFill>
                  <a:schemeClr val="bg1"/>
                </a:solidFill>
                <a:latin typeface="Franklin Gothic Demi Cond" pitchFamily="34" charset="0"/>
              </a:rPr>
              <a:t>NEGARA</a:t>
            </a:r>
            <a:endParaRPr lang="id-ID" sz="2800" dirty="0">
              <a:solidFill>
                <a:srgbClr val="3E1B59"/>
              </a:solidFill>
              <a:latin typeface="Bernard MT Condensed" pitchFamily="18" charset="0"/>
            </a:endParaRPr>
          </a:p>
        </p:txBody>
      </p:sp>
      <p:sp>
        <p:nvSpPr>
          <p:cNvPr id="2" name="Rounded Rectangle 1"/>
          <p:cNvSpPr/>
          <p:nvPr/>
        </p:nvSpPr>
        <p:spPr>
          <a:xfrm>
            <a:off x="611560" y="358128"/>
            <a:ext cx="914400" cy="914400"/>
          </a:xfrm>
          <a:prstGeom prst="roundRect">
            <a:avLst/>
          </a:prstGeom>
          <a:solidFill>
            <a:schemeClr val="accent4">
              <a:lumMod val="60000"/>
              <a:lumOff val="40000"/>
            </a:schemeClr>
          </a:solidFill>
          <a:ln>
            <a:solidFill>
              <a:srgbClr val="7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3600" dirty="0">
                <a:solidFill>
                  <a:srgbClr val="3E1B59"/>
                </a:solidFill>
                <a:latin typeface="Bernard MT Condensed" pitchFamily="18" charset="0"/>
              </a:rPr>
              <a:t>A</a:t>
            </a:r>
          </a:p>
        </p:txBody>
      </p:sp>
      <p:sp>
        <p:nvSpPr>
          <p:cNvPr id="8" name="Rounded Rectangle 7"/>
          <p:cNvSpPr/>
          <p:nvPr/>
        </p:nvSpPr>
        <p:spPr>
          <a:xfrm>
            <a:off x="1587828" y="3149209"/>
            <a:ext cx="2552124" cy="1359911"/>
          </a:xfrm>
          <a:prstGeom prst="roundRect">
            <a:avLst>
              <a:gd name="adj" fmla="val 9775"/>
            </a:avLst>
          </a:prstGeom>
          <a:solidFill>
            <a:srgbClr val="5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Franklin Gothic Demi Cond" pitchFamily="34" charset="0"/>
                <a:ea typeface="Verdana" pitchFamily="34" charset="0"/>
                <a:cs typeface="Verdana" pitchFamily="34" charset="0"/>
              </a:rPr>
              <a:t>KONSEP </a:t>
            </a:r>
          </a:p>
          <a:p>
            <a:pPr algn="ctr"/>
            <a:r>
              <a:rPr lang="en-US" sz="2400" dirty="0" smtClean="0">
                <a:solidFill>
                  <a:schemeClr val="bg1"/>
                </a:solidFill>
                <a:latin typeface="Franklin Gothic Demi Cond" pitchFamily="34" charset="0"/>
                <a:ea typeface="Verdana" pitchFamily="34" charset="0"/>
                <a:cs typeface="Verdana" pitchFamily="34" charset="0"/>
              </a:rPr>
              <a:t>TUJUAN NEGARA</a:t>
            </a:r>
            <a:endParaRPr lang="id-ID" sz="2400" dirty="0">
              <a:solidFill>
                <a:schemeClr val="bg1"/>
              </a:solidFill>
              <a:latin typeface="Franklin Gothic Demi Cond" pitchFamily="34" charset="0"/>
              <a:ea typeface="Verdana" pitchFamily="34" charset="0"/>
              <a:cs typeface="Verdana" pitchFamily="34" charset="0"/>
            </a:endParaRPr>
          </a:p>
        </p:txBody>
      </p:sp>
      <p:sp>
        <p:nvSpPr>
          <p:cNvPr id="9" name="Rounded Rectangle 8"/>
          <p:cNvSpPr/>
          <p:nvPr/>
        </p:nvSpPr>
        <p:spPr>
          <a:xfrm>
            <a:off x="1587828" y="4733385"/>
            <a:ext cx="2552124" cy="1359911"/>
          </a:xfrm>
          <a:prstGeom prst="roundRect">
            <a:avLst>
              <a:gd name="adj" fmla="val 9775"/>
            </a:avLst>
          </a:prstGeom>
          <a:solidFill>
            <a:srgbClr val="5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Franklin Gothic Demi Cond" pitchFamily="34" charset="0"/>
                <a:ea typeface="Verdana" pitchFamily="34" charset="0"/>
                <a:cs typeface="Verdana" pitchFamily="34" charset="0"/>
              </a:rPr>
              <a:t>KONSEP URGENSI </a:t>
            </a:r>
          </a:p>
          <a:p>
            <a:pPr algn="ctr"/>
            <a:r>
              <a:rPr lang="en-US" sz="2400" dirty="0" smtClean="0">
                <a:solidFill>
                  <a:schemeClr val="bg1"/>
                </a:solidFill>
                <a:latin typeface="Franklin Gothic Demi Cond" pitchFamily="34" charset="0"/>
                <a:ea typeface="Verdana" pitchFamily="34" charset="0"/>
                <a:cs typeface="Verdana" pitchFamily="34" charset="0"/>
              </a:rPr>
              <a:t>DASAR  NEGARA</a:t>
            </a:r>
            <a:endParaRPr lang="id-ID" sz="2400" dirty="0">
              <a:solidFill>
                <a:schemeClr val="bg1"/>
              </a:solidFill>
              <a:latin typeface="Franklin Gothic Demi Cond" pitchFamily="34" charset="0"/>
              <a:ea typeface="Verdana" pitchFamily="34" charset="0"/>
              <a:cs typeface="Verdana" pitchFamily="34" charset="0"/>
            </a:endParaRPr>
          </a:p>
        </p:txBody>
      </p:sp>
      <p:sp>
        <p:nvSpPr>
          <p:cNvPr id="3" name="Snip and Round Single Corner Rectangle 2"/>
          <p:cNvSpPr/>
          <p:nvPr/>
        </p:nvSpPr>
        <p:spPr>
          <a:xfrm rot="5400000">
            <a:off x="1346652" y="1675656"/>
            <a:ext cx="457200" cy="457200"/>
          </a:xfrm>
          <a:prstGeom prst="snipRoundRect">
            <a:avLst>
              <a:gd name="adj1" fmla="val 16667"/>
              <a:gd name="adj2" fmla="val 50000"/>
            </a:avLst>
          </a:prstGeom>
          <a:solidFill>
            <a:srgbClr val="7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latin typeface="Franklin Gothic Demi Cond" pitchFamily="34" charset="0"/>
              </a:rPr>
              <a:t>1</a:t>
            </a:r>
            <a:endParaRPr lang="en-US" dirty="0">
              <a:latin typeface="Franklin Gothic Demi Cond" pitchFamily="34" charset="0"/>
            </a:endParaRPr>
          </a:p>
        </p:txBody>
      </p:sp>
      <p:sp>
        <p:nvSpPr>
          <p:cNvPr id="11" name="Snip and Round Single Corner Rectangle 10"/>
          <p:cNvSpPr/>
          <p:nvPr/>
        </p:nvSpPr>
        <p:spPr>
          <a:xfrm rot="5400000">
            <a:off x="1339146" y="3284984"/>
            <a:ext cx="457200" cy="457200"/>
          </a:xfrm>
          <a:prstGeom prst="snipRoundRect">
            <a:avLst>
              <a:gd name="adj1" fmla="val 16667"/>
              <a:gd name="adj2" fmla="val 50000"/>
            </a:avLst>
          </a:prstGeom>
          <a:solidFill>
            <a:srgbClr val="7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latin typeface="Franklin Gothic Demi Cond" pitchFamily="34" charset="0"/>
              </a:rPr>
              <a:t>2</a:t>
            </a:r>
            <a:endParaRPr lang="en-US" dirty="0">
              <a:latin typeface="Franklin Gothic Demi Cond" pitchFamily="34" charset="0"/>
            </a:endParaRPr>
          </a:p>
        </p:txBody>
      </p:sp>
      <p:sp>
        <p:nvSpPr>
          <p:cNvPr id="12" name="Snip and Round Single Corner Rectangle 11"/>
          <p:cNvSpPr/>
          <p:nvPr/>
        </p:nvSpPr>
        <p:spPr>
          <a:xfrm rot="5400000">
            <a:off x="1331640" y="4894312"/>
            <a:ext cx="457200" cy="457200"/>
          </a:xfrm>
          <a:prstGeom prst="snipRoundRect">
            <a:avLst>
              <a:gd name="adj1" fmla="val 16667"/>
              <a:gd name="adj2" fmla="val 50000"/>
            </a:avLst>
          </a:prstGeom>
          <a:solidFill>
            <a:srgbClr val="7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latin typeface="Franklin Gothic Demi Cond" pitchFamily="34" charset="0"/>
              </a:rPr>
              <a:t>3</a:t>
            </a:r>
            <a:endParaRPr lang="en-US" dirty="0">
              <a:latin typeface="Franklin Gothic Demi Cond" pitchFamily="34" charset="0"/>
            </a:endParaRPr>
          </a:p>
        </p:txBody>
      </p:sp>
      <p:sp>
        <p:nvSpPr>
          <p:cNvPr id="5" name="Rectangle 4"/>
          <p:cNvSpPr/>
          <p:nvPr/>
        </p:nvSpPr>
        <p:spPr>
          <a:xfrm>
            <a:off x="4081668" y="2401143"/>
            <a:ext cx="3256084" cy="307777"/>
          </a:xfrm>
          <a:prstGeom prst="rect">
            <a:avLst/>
          </a:prstGeom>
        </p:spPr>
        <p:txBody>
          <a:bodyPr wrap="none">
            <a:spAutoFit/>
          </a:bodyPr>
          <a:lstStyle/>
          <a:p>
            <a:pPr marL="285750" indent="-285750">
              <a:buFont typeface="Wingdings" pitchFamily="2" charset="2"/>
              <a:buChar char="§"/>
            </a:pPr>
            <a:r>
              <a:rPr lang="it-IT" sz="1400" dirty="0" smtClean="0">
                <a:solidFill>
                  <a:srgbClr val="FFFF00"/>
                </a:solidFill>
                <a:latin typeface="Franklin Gothic Demi Cond" pitchFamily="34" charset="0"/>
              </a:rPr>
              <a:t>NEGARA DARI PERSPEKTIF TATA NEGARA</a:t>
            </a:r>
            <a:endParaRPr lang="en-US" sz="1400" dirty="0">
              <a:solidFill>
                <a:srgbClr val="FFFF00"/>
              </a:solidFill>
              <a:latin typeface="Franklin Gothic Demi Cond" pitchFamily="34" charset="0"/>
            </a:endParaRPr>
          </a:p>
        </p:txBody>
      </p:sp>
      <p:sp>
        <p:nvSpPr>
          <p:cNvPr id="6" name="Rectangle 5"/>
          <p:cNvSpPr/>
          <p:nvPr/>
        </p:nvSpPr>
        <p:spPr>
          <a:xfrm>
            <a:off x="4081668" y="1753071"/>
            <a:ext cx="1961884" cy="307777"/>
          </a:xfrm>
          <a:prstGeom prst="rect">
            <a:avLst/>
          </a:prstGeom>
        </p:spPr>
        <p:txBody>
          <a:bodyPr wrap="none">
            <a:spAutoFit/>
          </a:bodyPr>
          <a:lstStyle/>
          <a:p>
            <a:pPr marL="285750" indent="-285750">
              <a:buFont typeface="Wingdings" pitchFamily="2" charset="2"/>
              <a:buChar char="§"/>
            </a:pPr>
            <a:r>
              <a:rPr lang="en-US" sz="1400" dirty="0" smtClean="0">
                <a:solidFill>
                  <a:srgbClr val="FFFF00"/>
                </a:solidFill>
                <a:latin typeface="Franklin Gothic Demi Cond" pitchFamily="34" charset="0"/>
              </a:rPr>
              <a:t>PENGERTIAN NEGARA</a:t>
            </a:r>
            <a:endParaRPr lang="en-US" sz="1400" dirty="0">
              <a:solidFill>
                <a:srgbClr val="FFFF00"/>
              </a:solidFill>
              <a:latin typeface="Franklin Gothic Demi Cond" pitchFamily="34" charset="0"/>
            </a:endParaRPr>
          </a:p>
        </p:txBody>
      </p:sp>
      <p:sp>
        <p:nvSpPr>
          <p:cNvPr id="13" name="Rectangle 12"/>
          <p:cNvSpPr/>
          <p:nvPr/>
        </p:nvSpPr>
        <p:spPr>
          <a:xfrm>
            <a:off x="4067944" y="2041103"/>
            <a:ext cx="4572000" cy="307777"/>
          </a:xfrm>
          <a:prstGeom prst="rect">
            <a:avLst/>
          </a:prstGeom>
        </p:spPr>
        <p:txBody>
          <a:bodyPr>
            <a:spAutoFit/>
          </a:bodyPr>
          <a:lstStyle/>
          <a:p>
            <a:pPr marL="285750" indent="-285750">
              <a:buFont typeface="Wingdings" pitchFamily="2" charset="2"/>
              <a:buChar char="§"/>
            </a:pPr>
            <a:r>
              <a:rPr lang="en-US" sz="1400" dirty="0" smtClean="0">
                <a:solidFill>
                  <a:srgbClr val="FFFF00"/>
                </a:solidFill>
                <a:latin typeface="Franklin Gothic Demi Cond" pitchFamily="34" charset="0"/>
              </a:rPr>
              <a:t>UNSUR YG MENJADI SYARAT MUTLAK BAGI ADANYA NEGARA</a:t>
            </a:r>
            <a:endParaRPr lang="en-US" sz="1400" dirty="0">
              <a:solidFill>
                <a:srgbClr val="FFFF00"/>
              </a:solidFill>
              <a:latin typeface="Franklin Gothic Demi Cond" pitchFamily="34" charset="0"/>
            </a:endParaRPr>
          </a:p>
        </p:txBody>
      </p:sp>
      <p:sp>
        <p:nvSpPr>
          <p:cNvPr id="14" name="Rectangle 13"/>
          <p:cNvSpPr/>
          <p:nvPr/>
        </p:nvSpPr>
        <p:spPr>
          <a:xfrm>
            <a:off x="4081668" y="3841303"/>
            <a:ext cx="2414315" cy="307777"/>
          </a:xfrm>
          <a:prstGeom prst="rect">
            <a:avLst/>
          </a:prstGeom>
        </p:spPr>
        <p:txBody>
          <a:bodyPr wrap="none">
            <a:spAutoFit/>
          </a:bodyPr>
          <a:lstStyle/>
          <a:p>
            <a:pPr marL="285750" indent="-285750">
              <a:buFont typeface="Wingdings" pitchFamily="2" charset="2"/>
              <a:buChar char="§"/>
            </a:pPr>
            <a:r>
              <a:rPr lang="it-IT" sz="1400" dirty="0" smtClean="0">
                <a:solidFill>
                  <a:srgbClr val="FFFF00"/>
                </a:solidFill>
                <a:latin typeface="Franklin Gothic Demi Cond" pitchFamily="34" charset="0"/>
              </a:rPr>
              <a:t>TUJUAN NEGARA INDONESIA</a:t>
            </a:r>
            <a:endParaRPr lang="en-US" sz="1400" dirty="0">
              <a:solidFill>
                <a:srgbClr val="FFFF00"/>
              </a:solidFill>
              <a:latin typeface="Franklin Gothic Demi Cond" pitchFamily="34" charset="0"/>
            </a:endParaRPr>
          </a:p>
        </p:txBody>
      </p:sp>
      <p:sp>
        <p:nvSpPr>
          <p:cNvPr id="16" name="Rectangle 15"/>
          <p:cNvSpPr/>
          <p:nvPr/>
        </p:nvSpPr>
        <p:spPr>
          <a:xfrm>
            <a:off x="4067944" y="3389510"/>
            <a:ext cx="4572000" cy="307777"/>
          </a:xfrm>
          <a:prstGeom prst="rect">
            <a:avLst/>
          </a:prstGeom>
        </p:spPr>
        <p:txBody>
          <a:bodyPr>
            <a:spAutoFit/>
          </a:bodyPr>
          <a:lstStyle/>
          <a:p>
            <a:pPr marL="285750" indent="-285750">
              <a:buFont typeface="Wingdings" pitchFamily="2" charset="2"/>
              <a:buChar char="§"/>
            </a:pPr>
            <a:r>
              <a:rPr lang="en-US" sz="1400" dirty="0" smtClean="0">
                <a:solidFill>
                  <a:srgbClr val="FFFF00"/>
                </a:solidFill>
                <a:latin typeface="Franklin Gothic Demi Cond" pitchFamily="34" charset="0"/>
              </a:rPr>
              <a:t>TUJUAN SETIAP NEGARA</a:t>
            </a:r>
            <a:endParaRPr lang="en-US" sz="1400" dirty="0">
              <a:solidFill>
                <a:srgbClr val="FFFF00"/>
              </a:solidFill>
              <a:latin typeface="Franklin Gothic Demi Cond" pitchFamily="34" charset="0"/>
            </a:endParaRPr>
          </a:p>
        </p:txBody>
      </p:sp>
      <p:sp>
        <p:nvSpPr>
          <p:cNvPr id="18" name="Rectangle 17"/>
          <p:cNvSpPr/>
          <p:nvPr/>
        </p:nvSpPr>
        <p:spPr>
          <a:xfrm>
            <a:off x="4081668" y="5569495"/>
            <a:ext cx="3884910" cy="307777"/>
          </a:xfrm>
          <a:prstGeom prst="rect">
            <a:avLst/>
          </a:prstGeom>
        </p:spPr>
        <p:txBody>
          <a:bodyPr wrap="none">
            <a:spAutoFit/>
          </a:bodyPr>
          <a:lstStyle/>
          <a:p>
            <a:pPr marL="285750" indent="-285750">
              <a:buFont typeface="Wingdings" pitchFamily="2" charset="2"/>
              <a:buChar char="§"/>
            </a:pPr>
            <a:r>
              <a:rPr lang="it-IT" sz="1400" dirty="0" smtClean="0">
                <a:solidFill>
                  <a:srgbClr val="FFFF00"/>
                </a:solidFill>
                <a:latin typeface="Franklin Gothic Demi Cond" pitchFamily="34" charset="0"/>
              </a:rPr>
              <a:t>HERARCHI PERATURAN PERUNDANG - UNDANGAN</a:t>
            </a:r>
            <a:endParaRPr lang="en-US" sz="1400" dirty="0">
              <a:solidFill>
                <a:srgbClr val="FFFF00"/>
              </a:solidFill>
              <a:latin typeface="Franklin Gothic Demi Cond" pitchFamily="34" charset="0"/>
            </a:endParaRPr>
          </a:p>
        </p:txBody>
      </p:sp>
      <p:sp>
        <p:nvSpPr>
          <p:cNvPr id="19" name="Rectangle 18"/>
          <p:cNvSpPr/>
          <p:nvPr/>
        </p:nvSpPr>
        <p:spPr>
          <a:xfrm>
            <a:off x="4081668" y="4921423"/>
            <a:ext cx="2252924" cy="307777"/>
          </a:xfrm>
          <a:prstGeom prst="rect">
            <a:avLst/>
          </a:prstGeom>
        </p:spPr>
        <p:txBody>
          <a:bodyPr wrap="none">
            <a:spAutoFit/>
          </a:bodyPr>
          <a:lstStyle/>
          <a:p>
            <a:pPr marL="285750" indent="-285750">
              <a:buFont typeface="Wingdings" pitchFamily="2" charset="2"/>
              <a:buChar char="§"/>
            </a:pPr>
            <a:r>
              <a:rPr lang="en-US" sz="1400" dirty="0" smtClean="0">
                <a:solidFill>
                  <a:srgbClr val="FFFF00"/>
                </a:solidFill>
                <a:latin typeface="Franklin Gothic Demi Cond" pitchFamily="34" charset="0"/>
              </a:rPr>
              <a:t>TINJAUAN DASAR NEGARA</a:t>
            </a:r>
            <a:endParaRPr lang="en-US" sz="1400" dirty="0">
              <a:solidFill>
                <a:srgbClr val="FFFF00"/>
              </a:solidFill>
              <a:latin typeface="Franklin Gothic Demi Cond" pitchFamily="34" charset="0"/>
            </a:endParaRPr>
          </a:p>
        </p:txBody>
      </p:sp>
      <p:sp>
        <p:nvSpPr>
          <p:cNvPr id="20" name="Rectangle 19"/>
          <p:cNvSpPr/>
          <p:nvPr/>
        </p:nvSpPr>
        <p:spPr>
          <a:xfrm>
            <a:off x="4067944" y="5209455"/>
            <a:ext cx="4572000" cy="307777"/>
          </a:xfrm>
          <a:prstGeom prst="rect">
            <a:avLst/>
          </a:prstGeom>
        </p:spPr>
        <p:txBody>
          <a:bodyPr>
            <a:spAutoFit/>
          </a:bodyPr>
          <a:lstStyle/>
          <a:p>
            <a:pPr marL="285750" indent="-285750">
              <a:buFont typeface="Wingdings" pitchFamily="2" charset="2"/>
              <a:buChar char="§"/>
            </a:pPr>
            <a:r>
              <a:rPr lang="en-US" sz="1400" dirty="0" smtClean="0">
                <a:solidFill>
                  <a:srgbClr val="FFFF00"/>
                </a:solidFill>
                <a:latin typeface="Franklin Gothic Demi Cond" pitchFamily="34" charset="0"/>
              </a:rPr>
              <a:t>KEDUDUKAN DASAR NEGARA</a:t>
            </a:r>
            <a:endParaRPr lang="en-US" sz="1400" dirty="0">
              <a:solidFill>
                <a:srgbClr val="FFFF00"/>
              </a:solidFill>
              <a:latin typeface="Franklin Gothic Demi Cond" pitchFamily="34" charset="0"/>
            </a:endParaRPr>
          </a:p>
        </p:txBody>
      </p:sp>
      <p:pic>
        <p:nvPicPr>
          <p:cNvPr id="21" name="Picture 37" descr="garuda"/>
          <p:cNvPicPr>
            <a:picLocks noChangeAspect="1" noChangeArrowheads="1"/>
          </p:cNvPicPr>
          <p:nvPr/>
        </p:nvPicPr>
        <p:blipFill>
          <a:blip r:embed="rId2"/>
          <a:srcRect/>
          <a:stretch>
            <a:fillRect/>
          </a:stretch>
        </p:blipFill>
        <p:spPr bwMode="auto">
          <a:xfrm>
            <a:off x="8115436" y="217274"/>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2619678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ppt_x"/>
                                          </p:val>
                                        </p:tav>
                                        <p:tav tm="100000">
                                          <p:val>
                                            <p:strVal val="#ppt_x"/>
                                          </p:val>
                                        </p:tav>
                                      </p:tavLst>
                                    </p:anim>
                                    <p:anim calcmode="lin" valueType="num">
                                      <p:cBhvr additive="base">
                                        <p:cTn id="12" dur="10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1000" fill="hold"/>
                                        <p:tgtEl>
                                          <p:spTgt spid="9"/>
                                        </p:tgtEl>
                                        <p:attrNameLst>
                                          <p:attrName>ppt_x</p:attrName>
                                        </p:attrNameLst>
                                      </p:cBhvr>
                                      <p:tavLst>
                                        <p:tav tm="0">
                                          <p:val>
                                            <p:strVal val="#ppt_x"/>
                                          </p:val>
                                        </p:tav>
                                        <p:tav tm="100000">
                                          <p:val>
                                            <p:strVal val="#ppt_x"/>
                                          </p:val>
                                        </p:tav>
                                      </p:tavLst>
                                    </p:anim>
                                    <p:anim calcmode="lin" valueType="num">
                                      <p:cBhvr additive="base">
                                        <p:cTn id="16" dur="1000" fill="hold"/>
                                        <p:tgtEl>
                                          <p:spTgt spid="9"/>
                                        </p:tgtEl>
                                        <p:attrNameLst>
                                          <p:attrName>ppt_y</p:attrName>
                                        </p:attrNameLst>
                                      </p:cBhvr>
                                      <p:tavLst>
                                        <p:tav tm="0">
                                          <p:val>
                                            <p:strVal val="1+#ppt_h/2"/>
                                          </p:val>
                                        </p:tav>
                                        <p:tav tm="100000">
                                          <p:val>
                                            <p:strVal val="#ppt_y"/>
                                          </p:val>
                                        </p:tav>
                                      </p:tavLst>
                                    </p:anim>
                                  </p:childTnLst>
                                </p:cTn>
                              </p:par>
                              <p:par>
                                <p:cTn id="17" presetID="2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2000"/>
                                        <p:tgtEl>
                                          <p:spTgt spid="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2000"/>
                                        <p:tgtEl>
                                          <p:spTgt spid="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2000"/>
                                        <p:tgtEl>
                                          <p:spTgt spid="13"/>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2000"/>
                                        <p:tgtEl>
                                          <p:spTgt spid="14"/>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2000"/>
                                        <p:tgtEl>
                                          <p:spTgt spid="1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2000"/>
                                        <p:tgtEl>
                                          <p:spTgt spid="18"/>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2000"/>
                                        <p:tgtEl>
                                          <p:spTgt spid="19"/>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9" grpId="0" animBg="1"/>
      <p:bldP spid="5" grpId="0"/>
      <p:bldP spid="6" grpId="0"/>
      <p:bldP spid="13" grpId="0"/>
      <p:bldP spid="14" grpId="0"/>
      <p:bldP spid="16" grpId="0"/>
      <p:bldP spid="18" grpId="0"/>
      <p:bldP spid="19"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Rounded Rectangle 1"/>
          <p:cNvSpPr/>
          <p:nvPr/>
        </p:nvSpPr>
        <p:spPr>
          <a:xfrm>
            <a:off x="395536" y="177754"/>
            <a:ext cx="8352928" cy="6419598"/>
          </a:xfrm>
          <a:prstGeom prst="roundRect">
            <a:avLst>
              <a:gd name="adj" fmla="val 2316"/>
            </a:avLst>
          </a:prstGeom>
          <a:solidFill>
            <a:srgbClr val="0000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Down Arrow 23"/>
          <p:cNvSpPr/>
          <p:nvPr/>
        </p:nvSpPr>
        <p:spPr>
          <a:xfrm rot="16200000">
            <a:off x="3375200" y="5129857"/>
            <a:ext cx="1241472" cy="432047"/>
          </a:xfrm>
          <a:prstGeom prst="downArrow">
            <a:avLst>
              <a:gd name="adj1" fmla="val 72706"/>
              <a:gd name="adj2" fmla="val 28314"/>
            </a:avLst>
          </a:prstGeom>
          <a:solidFill>
            <a:srgbClr val="50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rgbClr val="FFFF00"/>
                </a:solidFill>
                <a:latin typeface="Franklin Gothic Demi Cond" pitchFamily="34" charset="0"/>
              </a:rPr>
              <a:t>MELIPUTI</a:t>
            </a:r>
            <a:endParaRPr lang="id-ID" sz="1100" dirty="0">
              <a:solidFill>
                <a:srgbClr val="FFFF00"/>
              </a:solidFill>
              <a:latin typeface="Franklin Gothic Demi Cond" pitchFamily="34" charset="0"/>
            </a:endParaRPr>
          </a:p>
        </p:txBody>
      </p:sp>
      <p:sp>
        <p:nvSpPr>
          <p:cNvPr id="5" name="Rounded Rectangle 4"/>
          <p:cNvSpPr/>
          <p:nvPr/>
        </p:nvSpPr>
        <p:spPr>
          <a:xfrm rot="10800000" flipV="1">
            <a:off x="2771800" y="1121878"/>
            <a:ext cx="864096" cy="686094"/>
          </a:xfrm>
          <a:prstGeom prst="roundRect">
            <a:avLst>
              <a:gd name="adj" fmla="val 9503"/>
            </a:avLst>
          </a:prstGeom>
          <a:solidFill>
            <a:srgbClr val="C0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1400" dirty="0" smtClean="0">
                <a:solidFill>
                  <a:srgbClr val="FFFF00"/>
                </a:solidFill>
                <a:latin typeface="Bernard MT Condensed" pitchFamily="18" charset="0"/>
              </a:rPr>
              <a:t>PAKAR</a:t>
            </a:r>
            <a:endParaRPr lang="id-ID" sz="900" dirty="0">
              <a:solidFill>
                <a:srgbClr val="FFFF00"/>
              </a:solidFill>
              <a:latin typeface="Franklin Gothic Demi Cond" pitchFamily="34" charset="0"/>
            </a:endParaRPr>
          </a:p>
        </p:txBody>
      </p:sp>
      <p:sp>
        <p:nvSpPr>
          <p:cNvPr id="6" name="Down Arrow 5"/>
          <p:cNvSpPr/>
          <p:nvPr/>
        </p:nvSpPr>
        <p:spPr>
          <a:xfrm rot="16200000">
            <a:off x="6347280" y="744643"/>
            <a:ext cx="1124545" cy="360039"/>
          </a:xfrm>
          <a:prstGeom prst="downArrow">
            <a:avLst>
              <a:gd name="adj1" fmla="val 52022"/>
              <a:gd name="adj2" fmla="val 51034"/>
            </a:avLst>
          </a:prstGeom>
          <a:solidFill>
            <a:srgbClr val="C0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dirty="0">
              <a:latin typeface="Franklin Gothic Demi Cond" pitchFamily="34" charset="0"/>
            </a:endParaRPr>
          </a:p>
        </p:txBody>
      </p:sp>
      <p:sp>
        <p:nvSpPr>
          <p:cNvPr id="7" name="Rectangle 6"/>
          <p:cNvSpPr/>
          <p:nvPr/>
        </p:nvSpPr>
        <p:spPr>
          <a:xfrm>
            <a:off x="7089572" y="161531"/>
            <a:ext cx="1507165" cy="1754326"/>
          </a:xfrm>
          <a:prstGeom prst="rect">
            <a:avLst/>
          </a:prstGeom>
        </p:spPr>
        <p:txBody>
          <a:bodyPr wrap="square">
            <a:spAutoFit/>
          </a:bodyPr>
          <a:lstStyle/>
          <a:p>
            <a:r>
              <a:rPr lang="id-ID" sz="1200" dirty="0" smtClean="0">
                <a:solidFill>
                  <a:srgbClr val="FFFF00"/>
                </a:solidFill>
                <a:latin typeface="Franklin Gothic Demi Cond" pitchFamily="34" charset="0"/>
              </a:rPr>
              <a:t>NEGARA MERUPAKAN KONSTRUKSI</a:t>
            </a:r>
            <a:r>
              <a:rPr lang="en-US" sz="1200" dirty="0" smtClean="0">
                <a:solidFill>
                  <a:srgbClr val="FFFF00"/>
                </a:solidFill>
                <a:latin typeface="Franklin Gothic Demi Cond" pitchFamily="34" charset="0"/>
              </a:rPr>
              <a:t> </a:t>
            </a:r>
            <a:r>
              <a:rPr lang="id-ID" sz="1200" dirty="0" smtClean="0">
                <a:solidFill>
                  <a:srgbClr val="FFFF00"/>
                </a:solidFill>
                <a:latin typeface="Franklin Gothic Demi Cond" pitchFamily="34" charset="0"/>
              </a:rPr>
              <a:t>YG DICIPTAKAN OLEH MANUSIA UTK MENGATUR POLA HUBUNGAN ANTAR MANUSIA</a:t>
            </a:r>
            <a:r>
              <a:rPr lang="en-US" sz="1200" dirty="0" smtClean="0">
                <a:solidFill>
                  <a:srgbClr val="FFFF00"/>
                </a:solidFill>
                <a:latin typeface="Franklin Gothic Demi Cond" pitchFamily="34" charset="0"/>
              </a:rPr>
              <a:t> </a:t>
            </a:r>
            <a:r>
              <a:rPr lang="id-ID" sz="1200" dirty="0" smtClean="0">
                <a:solidFill>
                  <a:srgbClr val="FFFF00"/>
                </a:solidFill>
                <a:latin typeface="Franklin Gothic Demi Cond" pitchFamily="34" charset="0"/>
              </a:rPr>
              <a:t>DLM KEHIDUPAN MASYARAKAT</a:t>
            </a:r>
            <a:endParaRPr lang="id-ID" sz="1200" dirty="0">
              <a:solidFill>
                <a:srgbClr val="FFFF00"/>
              </a:solidFill>
              <a:latin typeface="Franklin Gothic Demi Cond" pitchFamily="34" charset="0"/>
            </a:endParaRPr>
          </a:p>
        </p:txBody>
      </p:sp>
      <p:sp>
        <p:nvSpPr>
          <p:cNvPr id="8" name="Down Arrow 7"/>
          <p:cNvSpPr/>
          <p:nvPr/>
        </p:nvSpPr>
        <p:spPr>
          <a:xfrm>
            <a:off x="1708049" y="1772817"/>
            <a:ext cx="919735" cy="432047"/>
          </a:xfrm>
          <a:prstGeom prst="downArrow">
            <a:avLst>
              <a:gd name="adj1" fmla="val 62184"/>
              <a:gd name="adj2" fmla="val 28314"/>
            </a:avLst>
          </a:prstGeom>
          <a:solidFill>
            <a:srgbClr val="50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dirty="0">
              <a:latin typeface="Franklin Gothic Demi Cond" pitchFamily="34" charset="0"/>
            </a:endParaRPr>
          </a:p>
        </p:txBody>
      </p:sp>
      <p:sp>
        <p:nvSpPr>
          <p:cNvPr id="9" name="Rounded Rectangle 8"/>
          <p:cNvSpPr/>
          <p:nvPr/>
        </p:nvSpPr>
        <p:spPr>
          <a:xfrm rot="10800000" flipV="1">
            <a:off x="1588532" y="2250759"/>
            <a:ext cx="1096952" cy="1008112"/>
          </a:xfrm>
          <a:prstGeom prst="roundRect">
            <a:avLst>
              <a:gd name="adj" fmla="val 5893"/>
            </a:avLst>
          </a:prstGeom>
          <a:solidFill>
            <a:srgbClr val="C0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id-ID" sz="1400" dirty="0" smtClean="0">
                <a:solidFill>
                  <a:srgbClr val="FFFF00"/>
                </a:solidFill>
                <a:latin typeface="Bernard MT Condensed" pitchFamily="18" charset="0"/>
              </a:rPr>
              <a:t>UNSUR UNSUR NEGARA</a:t>
            </a:r>
          </a:p>
        </p:txBody>
      </p:sp>
      <p:sp>
        <p:nvSpPr>
          <p:cNvPr id="10" name="Rounded Rectangle 9"/>
          <p:cNvSpPr/>
          <p:nvPr/>
        </p:nvSpPr>
        <p:spPr>
          <a:xfrm>
            <a:off x="2627784" y="2204864"/>
            <a:ext cx="2706828" cy="109654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Font typeface="Wingdings" pitchFamily="2" charset="2"/>
              <a:buChar char="§"/>
            </a:pPr>
            <a:r>
              <a:rPr lang="en-US" sz="1400" dirty="0" smtClean="0">
                <a:solidFill>
                  <a:srgbClr val="FFFF00"/>
                </a:solidFill>
                <a:latin typeface="Franklin Gothic Demi Cond" pitchFamily="34" charset="0"/>
                <a:ea typeface="Verdana" pitchFamily="34" charset="0"/>
                <a:cs typeface="Verdana" pitchFamily="34" charset="0"/>
              </a:rPr>
              <a:t>A. </a:t>
            </a:r>
            <a:r>
              <a:rPr lang="id-ID" sz="1400" dirty="0" smtClean="0">
                <a:solidFill>
                  <a:srgbClr val="FFFF00"/>
                </a:solidFill>
                <a:latin typeface="Franklin Gothic Demi Cond" pitchFamily="34" charset="0"/>
                <a:ea typeface="Verdana" pitchFamily="34" charset="0"/>
                <a:cs typeface="Verdana" pitchFamily="34" charset="0"/>
              </a:rPr>
              <a:t>RAKYAT</a:t>
            </a:r>
          </a:p>
          <a:p>
            <a:pPr marL="177800" indent="-177800">
              <a:buFont typeface="Wingdings" pitchFamily="2" charset="2"/>
              <a:buChar char="§"/>
            </a:pPr>
            <a:r>
              <a:rPr lang="en-US" sz="1400" dirty="0" smtClean="0">
                <a:solidFill>
                  <a:srgbClr val="FFFF00"/>
                </a:solidFill>
                <a:latin typeface="Franklin Gothic Demi Cond" pitchFamily="34" charset="0"/>
                <a:ea typeface="Verdana" pitchFamily="34" charset="0"/>
                <a:cs typeface="Verdana" pitchFamily="34" charset="0"/>
              </a:rPr>
              <a:t>B. </a:t>
            </a:r>
            <a:r>
              <a:rPr lang="id-ID" sz="1400" dirty="0" smtClean="0">
                <a:solidFill>
                  <a:srgbClr val="FFFF00"/>
                </a:solidFill>
                <a:latin typeface="Franklin Gothic Demi Cond" pitchFamily="34" charset="0"/>
                <a:ea typeface="Verdana" pitchFamily="34" charset="0"/>
                <a:cs typeface="Verdana" pitchFamily="34" charset="0"/>
              </a:rPr>
              <a:t>WILAYAH </a:t>
            </a:r>
            <a:r>
              <a:rPr lang="en-US" sz="1100" dirty="0" smtClean="0">
                <a:solidFill>
                  <a:srgbClr val="FFFF00"/>
                </a:solidFill>
                <a:latin typeface="Franklin Gothic Demi Cond" pitchFamily="34" charset="0"/>
                <a:ea typeface="Verdana" pitchFamily="34" charset="0"/>
                <a:cs typeface="Verdana" pitchFamily="34" charset="0"/>
              </a:rPr>
              <a:t>dg </a:t>
            </a:r>
            <a:r>
              <a:rPr lang="en-US" sz="1100" dirty="0" err="1" smtClean="0">
                <a:solidFill>
                  <a:srgbClr val="FFFF00"/>
                </a:solidFill>
                <a:latin typeface="Franklin Gothic Demi Cond" pitchFamily="34" charset="0"/>
                <a:ea typeface="Verdana" pitchFamily="34" charset="0"/>
                <a:cs typeface="Verdana" pitchFamily="34" charset="0"/>
              </a:rPr>
              <a:t>batas</a:t>
            </a:r>
            <a:r>
              <a:rPr lang="en-US" sz="1100" dirty="0" smtClean="0">
                <a:solidFill>
                  <a:srgbClr val="FFFF00"/>
                </a:solidFill>
                <a:latin typeface="Franklin Gothic Demi Cond" pitchFamily="34" charset="0"/>
                <a:ea typeface="Verdana" pitchFamily="34" charset="0"/>
                <a:cs typeface="Verdana" pitchFamily="34" charset="0"/>
              </a:rPr>
              <a:t> </a:t>
            </a:r>
            <a:r>
              <a:rPr lang="en-US" sz="1100" dirty="0" err="1" smtClean="0">
                <a:solidFill>
                  <a:srgbClr val="FFFF00"/>
                </a:solidFill>
                <a:latin typeface="Franklin Gothic Demi Cond" pitchFamily="34" charset="0"/>
                <a:ea typeface="Verdana" pitchFamily="34" charset="0"/>
                <a:cs typeface="Verdana" pitchFamily="34" charset="0"/>
              </a:rPr>
              <a:t>tertentu</a:t>
            </a:r>
            <a:endParaRPr lang="en-US" sz="1400" dirty="0" smtClean="0">
              <a:solidFill>
                <a:srgbClr val="FFFF00"/>
              </a:solidFill>
              <a:latin typeface="Franklin Gothic Demi Cond" pitchFamily="34" charset="0"/>
              <a:ea typeface="Verdana" pitchFamily="34" charset="0"/>
              <a:cs typeface="Verdana" pitchFamily="34" charset="0"/>
            </a:endParaRPr>
          </a:p>
          <a:p>
            <a:pPr marL="177800" indent="-177800">
              <a:buFont typeface="Wingdings" pitchFamily="2" charset="2"/>
              <a:buChar char="§"/>
            </a:pPr>
            <a:r>
              <a:rPr lang="en-US" sz="1400" dirty="0" smtClean="0">
                <a:solidFill>
                  <a:srgbClr val="FFFF00"/>
                </a:solidFill>
                <a:latin typeface="Franklin Gothic Demi Cond" pitchFamily="34" charset="0"/>
                <a:ea typeface="Verdana" pitchFamily="34" charset="0"/>
                <a:cs typeface="Verdana" pitchFamily="34" charset="0"/>
              </a:rPr>
              <a:t>C. </a:t>
            </a:r>
            <a:r>
              <a:rPr lang="id-ID" sz="1400" dirty="0" smtClean="0">
                <a:solidFill>
                  <a:srgbClr val="FFFF00"/>
                </a:solidFill>
                <a:latin typeface="Franklin Gothic Demi Cond" pitchFamily="34" charset="0"/>
                <a:ea typeface="Verdana" pitchFamily="34" charset="0"/>
                <a:cs typeface="Verdana" pitchFamily="34" charset="0"/>
              </a:rPr>
              <a:t>PEMERINTAH</a:t>
            </a:r>
            <a:r>
              <a:rPr lang="en-US" sz="1400" dirty="0" smtClean="0">
                <a:solidFill>
                  <a:srgbClr val="FFFF00"/>
                </a:solidFill>
                <a:latin typeface="Franklin Gothic Demi Cond" pitchFamily="34" charset="0"/>
                <a:ea typeface="Verdana" pitchFamily="34" charset="0"/>
                <a:cs typeface="Verdana" pitchFamily="34" charset="0"/>
              </a:rPr>
              <a:t> </a:t>
            </a:r>
            <a:r>
              <a:rPr lang="en-US" sz="1100" dirty="0" err="1" smtClean="0">
                <a:solidFill>
                  <a:srgbClr val="FFFF00"/>
                </a:solidFill>
                <a:latin typeface="Franklin Gothic Demi Cond" pitchFamily="34" charset="0"/>
                <a:ea typeface="Verdana" pitchFamily="34" charset="0"/>
                <a:cs typeface="Verdana" pitchFamily="34" charset="0"/>
              </a:rPr>
              <a:t>yg</a:t>
            </a:r>
            <a:r>
              <a:rPr lang="en-US" sz="1100" dirty="0" smtClean="0">
                <a:solidFill>
                  <a:srgbClr val="FFFF00"/>
                </a:solidFill>
                <a:latin typeface="Franklin Gothic Demi Cond" pitchFamily="34" charset="0"/>
                <a:ea typeface="Verdana" pitchFamily="34" charset="0"/>
                <a:cs typeface="Verdana" pitchFamily="34" charset="0"/>
              </a:rPr>
              <a:t> </a:t>
            </a:r>
            <a:r>
              <a:rPr lang="en-US" sz="1100" dirty="0" err="1" smtClean="0">
                <a:solidFill>
                  <a:srgbClr val="FFFF00"/>
                </a:solidFill>
                <a:latin typeface="Franklin Gothic Demi Cond" pitchFamily="34" charset="0"/>
                <a:ea typeface="Verdana" pitchFamily="34" charset="0"/>
                <a:cs typeface="Verdana" pitchFamily="34" charset="0"/>
              </a:rPr>
              <a:t>berdaulat</a:t>
            </a:r>
            <a:endParaRPr lang="en-US" sz="1100" dirty="0" smtClean="0">
              <a:solidFill>
                <a:srgbClr val="FFFF00"/>
              </a:solidFill>
              <a:latin typeface="Franklin Gothic Demi Cond" pitchFamily="34" charset="0"/>
              <a:ea typeface="Verdana" pitchFamily="34" charset="0"/>
              <a:cs typeface="Verdana" pitchFamily="34" charset="0"/>
            </a:endParaRPr>
          </a:p>
          <a:p>
            <a:pPr marL="177800" indent="-177800">
              <a:buFont typeface="Wingdings" pitchFamily="2" charset="2"/>
              <a:buChar char="§"/>
            </a:pPr>
            <a:r>
              <a:rPr lang="en-US" sz="1400" dirty="0" smtClean="0">
                <a:solidFill>
                  <a:srgbClr val="FFFF00"/>
                </a:solidFill>
                <a:latin typeface="Franklin Gothic Demi Cond" pitchFamily="34" charset="0"/>
                <a:ea typeface="Verdana" pitchFamily="34" charset="0"/>
                <a:cs typeface="Verdana" pitchFamily="34" charset="0"/>
              </a:rPr>
              <a:t>D. PENGAKUAN NEGARA LAIN</a:t>
            </a:r>
            <a:endParaRPr lang="id-ID" dirty="0" smtClean="0">
              <a:solidFill>
                <a:srgbClr val="FFFF00"/>
              </a:solidFill>
              <a:latin typeface="Franklin Gothic Demi Cond" pitchFamily="34" charset="0"/>
              <a:ea typeface="Verdana" pitchFamily="34" charset="0"/>
              <a:cs typeface="Verdana" pitchFamily="34" charset="0"/>
            </a:endParaRPr>
          </a:p>
        </p:txBody>
      </p:sp>
      <p:sp>
        <p:nvSpPr>
          <p:cNvPr id="12" name="Rounded Rectangle 11"/>
          <p:cNvSpPr/>
          <p:nvPr/>
        </p:nvSpPr>
        <p:spPr>
          <a:xfrm rot="10800000" flipV="1">
            <a:off x="2771800" y="251965"/>
            <a:ext cx="864095" cy="686094"/>
          </a:xfrm>
          <a:prstGeom prst="roundRect">
            <a:avLst>
              <a:gd name="adj" fmla="val 9503"/>
            </a:avLst>
          </a:prstGeom>
          <a:solidFill>
            <a:srgbClr val="C0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1400" dirty="0" smtClean="0">
                <a:solidFill>
                  <a:srgbClr val="FFFF00"/>
                </a:solidFill>
                <a:latin typeface="Bernard MT Condensed" pitchFamily="18" charset="0"/>
              </a:rPr>
              <a:t>KBBI</a:t>
            </a:r>
          </a:p>
        </p:txBody>
      </p:sp>
      <p:sp>
        <p:nvSpPr>
          <p:cNvPr id="13" name="Rectangle 12"/>
          <p:cNvSpPr/>
          <p:nvPr/>
        </p:nvSpPr>
        <p:spPr>
          <a:xfrm>
            <a:off x="3609930" y="223796"/>
            <a:ext cx="2978293" cy="646331"/>
          </a:xfrm>
          <a:prstGeom prst="rect">
            <a:avLst/>
          </a:prstGeom>
        </p:spPr>
        <p:txBody>
          <a:bodyPr wrap="square">
            <a:spAutoFit/>
          </a:bodyPr>
          <a:lstStyle/>
          <a:p>
            <a:pPr lvl="0" algn="just"/>
            <a:r>
              <a:rPr lang="en-US" sz="1200" dirty="0">
                <a:solidFill>
                  <a:schemeClr val="bg1"/>
                </a:solidFill>
                <a:latin typeface="Franklin Gothic Demi Cond" pitchFamily="34" charset="0"/>
              </a:rPr>
              <a:t>ORGANISASI DLM SUATU WILAYAH YG MEMPUNYAI KEKUASAAN TERTINGGI YG SAH DAN DITAATI OLEH RAKYAT ; </a:t>
            </a:r>
          </a:p>
        </p:txBody>
      </p:sp>
      <p:sp>
        <p:nvSpPr>
          <p:cNvPr id="14" name="Rectangle 13"/>
          <p:cNvSpPr/>
          <p:nvPr/>
        </p:nvSpPr>
        <p:spPr>
          <a:xfrm>
            <a:off x="3609930" y="1038694"/>
            <a:ext cx="2978294" cy="830997"/>
          </a:xfrm>
          <a:prstGeom prst="rect">
            <a:avLst/>
          </a:prstGeom>
        </p:spPr>
        <p:txBody>
          <a:bodyPr wrap="square">
            <a:spAutoFit/>
          </a:bodyPr>
          <a:lstStyle/>
          <a:p>
            <a:pPr algn="just"/>
            <a:r>
              <a:rPr lang="id-ID" sz="1200" dirty="0">
                <a:solidFill>
                  <a:schemeClr val="bg1"/>
                </a:solidFill>
                <a:latin typeface="Franklin Gothic Demi Cond" pitchFamily="34" charset="0"/>
              </a:rPr>
              <a:t>ORGANISASI </a:t>
            </a:r>
            <a:r>
              <a:rPr lang="id-ID" sz="1200" dirty="0" smtClean="0">
                <a:solidFill>
                  <a:schemeClr val="bg1"/>
                </a:solidFill>
                <a:latin typeface="Franklin Gothic Demi Cond" pitchFamily="34" charset="0"/>
              </a:rPr>
              <a:t>MAS</a:t>
            </a:r>
            <a:r>
              <a:rPr lang="en-US" sz="1200" dirty="0" smtClean="0">
                <a:solidFill>
                  <a:schemeClr val="bg1"/>
                </a:solidFill>
                <a:latin typeface="Franklin Gothic Demi Cond" pitchFamily="34" charset="0"/>
              </a:rPr>
              <a:t>Y</a:t>
            </a:r>
            <a:r>
              <a:rPr lang="id-ID" sz="1200" dirty="0" smtClean="0">
                <a:solidFill>
                  <a:schemeClr val="bg1"/>
                </a:solidFill>
                <a:latin typeface="Franklin Gothic Demi Cond" pitchFamily="34" charset="0"/>
              </a:rPr>
              <a:t> YG </a:t>
            </a:r>
            <a:r>
              <a:rPr lang="id-ID" sz="1200" dirty="0">
                <a:solidFill>
                  <a:schemeClr val="bg1"/>
                </a:solidFill>
                <a:latin typeface="Franklin Gothic Demi Cond" pitchFamily="34" charset="0"/>
              </a:rPr>
              <a:t>MEMILIKI </a:t>
            </a:r>
            <a:r>
              <a:rPr lang="en-US" sz="1200" dirty="0">
                <a:solidFill>
                  <a:schemeClr val="bg1"/>
                </a:solidFill>
                <a:latin typeface="Franklin Gothic Demi Cond" pitchFamily="34" charset="0"/>
              </a:rPr>
              <a:t>WILAYAH TERTENTU DAN BERADA DI BAWAH PEMERINTAHAN </a:t>
            </a:r>
            <a:r>
              <a:rPr lang="en-US" sz="1200" dirty="0" smtClean="0">
                <a:solidFill>
                  <a:schemeClr val="bg1"/>
                </a:solidFill>
                <a:latin typeface="Franklin Gothic Demi Cond" pitchFamily="34" charset="0"/>
              </a:rPr>
              <a:t>YG </a:t>
            </a:r>
            <a:r>
              <a:rPr lang="en-US" sz="1200" dirty="0">
                <a:solidFill>
                  <a:schemeClr val="bg1"/>
                </a:solidFill>
                <a:latin typeface="Franklin Gothic Demi Cond" pitchFamily="34" charset="0"/>
              </a:rPr>
              <a:t>BERDAULAT </a:t>
            </a:r>
            <a:r>
              <a:rPr lang="en-US" sz="1200" dirty="0" smtClean="0">
                <a:solidFill>
                  <a:schemeClr val="bg1"/>
                </a:solidFill>
                <a:latin typeface="Franklin Gothic Demi Cond" pitchFamily="34" charset="0"/>
              </a:rPr>
              <a:t>YG</a:t>
            </a:r>
            <a:r>
              <a:rPr lang="id-ID" sz="1200" dirty="0" smtClean="0">
                <a:solidFill>
                  <a:schemeClr val="bg1"/>
                </a:solidFill>
                <a:latin typeface="Franklin Gothic Demi Cond" pitchFamily="34" charset="0"/>
              </a:rPr>
              <a:t> </a:t>
            </a:r>
            <a:r>
              <a:rPr lang="id-ID" sz="1200" dirty="0">
                <a:solidFill>
                  <a:schemeClr val="bg1"/>
                </a:solidFill>
                <a:latin typeface="Franklin Gothic Demi Cond" pitchFamily="34" charset="0"/>
              </a:rPr>
              <a:t>MENGATUR KEHIDUPAN </a:t>
            </a:r>
            <a:r>
              <a:rPr lang="id-ID" sz="1200" dirty="0" smtClean="0">
                <a:solidFill>
                  <a:schemeClr val="bg1"/>
                </a:solidFill>
                <a:latin typeface="Franklin Gothic Demi Cond" pitchFamily="34" charset="0"/>
              </a:rPr>
              <a:t>MASYARAKAT TSB </a:t>
            </a:r>
            <a:endParaRPr lang="en-US" sz="1200" dirty="0">
              <a:solidFill>
                <a:schemeClr val="bg1"/>
              </a:solidFill>
              <a:latin typeface="Franklin Gothic Demi Cond" pitchFamily="34" charset="0"/>
            </a:endParaRPr>
          </a:p>
        </p:txBody>
      </p:sp>
      <p:sp>
        <p:nvSpPr>
          <p:cNvPr id="15" name="Rounded Rectangle 14"/>
          <p:cNvSpPr/>
          <p:nvPr/>
        </p:nvSpPr>
        <p:spPr>
          <a:xfrm>
            <a:off x="780728" y="332656"/>
            <a:ext cx="1944216" cy="1359911"/>
          </a:xfrm>
          <a:prstGeom prst="roundRect">
            <a:avLst>
              <a:gd name="adj" fmla="val 9775"/>
            </a:avLst>
          </a:prstGeom>
          <a:solidFill>
            <a:srgbClr val="5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Franklin Gothic Demi Cond" pitchFamily="34" charset="0"/>
                <a:ea typeface="Verdana" pitchFamily="34" charset="0"/>
                <a:cs typeface="Verdana" pitchFamily="34" charset="0"/>
              </a:rPr>
              <a:t>KONSEP NEGARA</a:t>
            </a:r>
            <a:endParaRPr lang="id-ID" sz="2400" dirty="0">
              <a:solidFill>
                <a:schemeClr val="bg1"/>
              </a:solidFill>
              <a:latin typeface="Franklin Gothic Demi Cond" pitchFamily="34" charset="0"/>
              <a:ea typeface="Verdana" pitchFamily="34" charset="0"/>
              <a:cs typeface="Verdana" pitchFamily="34" charset="0"/>
            </a:endParaRPr>
          </a:p>
        </p:txBody>
      </p:sp>
      <p:sp>
        <p:nvSpPr>
          <p:cNvPr id="16" name="Snip and Round Single Corner Rectangle 15"/>
          <p:cNvSpPr/>
          <p:nvPr/>
        </p:nvSpPr>
        <p:spPr>
          <a:xfrm rot="5400000">
            <a:off x="539552" y="416277"/>
            <a:ext cx="457200" cy="457200"/>
          </a:xfrm>
          <a:prstGeom prst="snipRoundRect">
            <a:avLst>
              <a:gd name="adj1" fmla="val 16667"/>
              <a:gd name="adj2" fmla="val 50000"/>
            </a:avLst>
          </a:prstGeom>
          <a:solidFill>
            <a:srgbClr val="7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latin typeface="Franklin Gothic Demi Cond" pitchFamily="34" charset="0"/>
              </a:rPr>
              <a:t>1</a:t>
            </a:r>
            <a:endParaRPr lang="en-US" dirty="0">
              <a:latin typeface="Franklin Gothic Demi Cond" pitchFamily="34" charset="0"/>
            </a:endParaRPr>
          </a:p>
        </p:txBody>
      </p:sp>
      <p:sp>
        <p:nvSpPr>
          <p:cNvPr id="17" name="Down Arrow 16"/>
          <p:cNvSpPr/>
          <p:nvPr/>
        </p:nvSpPr>
        <p:spPr>
          <a:xfrm>
            <a:off x="802103" y="1751148"/>
            <a:ext cx="919735" cy="1893876"/>
          </a:xfrm>
          <a:prstGeom prst="downArrow">
            <a:avLst>
              <a:gd name="adj1" fmla="val 62184"/>
              <a:gd name="adj2" fmla="val 22396"/>
            </a:avLst>
          </a:prstGeom>
          <a:solidFill>
            <a:srgbClr val="50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dirty="0">
              <a:latin typeface="Franklin Gothic Demi Cond" pitchFamily="34" charset="0"/>
            </a:endParaRPr>
          </a:p>
        </p:txBody>
      </p:sp>
      <p:sp>
        <p:nvSpPr>
          <p:cNvPr id="18" name="Rounded Rectangle 17"/>
          <p:cNvSpPr/>
          <p:nvPr/>
        </p:nvSpPr>
        <p:spPr>
          <a:xfrm rot="10800000" flipV="1">
            <a:off x="251521" y="3760576"/>
            <a:ext cx="1270894" cy="1566745"/>
          </a:xfrm>
          <a:prstGeom prst="roundRect">
            <a:avLst>
              <a:gd name="adj" fmla="val 5893"/>
            </a:avLst>
          </a:prstGeom>
          <a:solidFill>
            <a:srgbClr val="C0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it-IT" sz="1400" dirty="0">
                <a:solidFill>
                  <a:srgbClr val="FFFF00"/>
                </a:solidFill>
                <a:latin typeface="Bernard MT Condensed" pitchFamily="18" charset="0"/>
              </a:rPr>
              <a:t>NEGARA DARI PERSPEKTIF TATA NEGARA</a:t>
            </a:r>
            <a:endParaRPr lang="en-US" sz="1400" dirty="0">
              <a:solidFill>
                <a:srgbClr val="FFFF00"/>
              </a:solidFill>
              <a:latin typeface="Bernard MT Condensed" pitchFamily="18" charset="0"/>
            </a:endParaRPr>
          </a:p>
        </p:txBody>
      </p:sp>
      <p:sp>
        <p:nvSpPr>
          <p:cNvPr id="19" name="Rounded Rectangle 18"/>
          <p:cNvSpPr/>
          <p:nvPr/>
        </p:nvSpPr>
        <p:spPr>
          <a:xfrm rot="10800000" flipV="1">
            <a:off x="1565960" y="4730666"/>
            <a:ext cx="961353" cy="830110"/>
          </a:xfrm>
          <a:prstGeom prst="roundRect">
            <a:avLst>
              <a:gd name="adj" fmla="val 9503"/>
            </a:avLst>
          </a:prstGeom>
          <a:solidFill>
            <a:srgbClr val="FFFF00"/>
          </a:solidFill>
          <a:ln>
            <a:solidFill>
              <a:srgbClr val="5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1200" dirty="0" smtClean="0">
                <a:solidFill>
                  <a:srgbClr val="500000"/>
                </a:solidFill>
                <a:latin typeface="Franklin Gothic Demi Cond" pitchFamily="34" charset="0"/>
              </a:rPr>
              <a:t>NEGARA DALAM KEADAAN BERGERAK</a:t>
            </a:r>
            <a:endParaRPr lang="id-ID" sz="800" dirty="0">
              <a:solidFill>
                <a:srgbClr val="500000"/>
              </a:solidFill>
              <a:latin typeface="Franklin Gothic Demi Cond" pitchFamily="34" charset="0"/>
            </a:endParaRPr>
          </a:p>
        </p:txBody>
      </p:sp>
      <p:sp>
        <p:nvSpPr>
          <p:cNvPr id="20" name="Rounded Rectangle 19"/>
          <p:cNvSpPr/>
          <p:nvPr/>
        </p:nvSpPr>
        <p:spPr>
          <a:xfrm rot="10800000" flipV="1">
            <a:off x="1565959" y="3594493"/>
            <a:ext cx="961352" cy="830110"/>
          </a:xfrm>
          <a:prstGeom prst="roundRect">
            <a:avLst>
              <a:gd name="adj" fmla="val 9503"/>
            </a:avLst>
          </a:prstGeom>
          <a:solidFill>
            <a:srgbClr val="FFFF00"/>
          </a:solidFill>
          <a:ln>
            <a:solidFill>
              <a:srgbClr val="5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500000"/>
                </a:solidFill>
                <a:latin typeface="Franklin Gothic Demi Cond" pitchFamily="34" charset="0"/>
              </a:rPr>
              <a:t>NEGARA DALAM KEADAAN DIAM</a:t>
            </a:r>
          </a:p>
        </p:txBody>
      </p:sp>
      <p:sp>
        <p:nvSpPr>
          <p:cNvPr id="21" name="Rectangle 20"/>
          <p:cNvSpPr/>
          <p:nvPr/>
        </p:nvSpPr>
        <p:spPr>
          <a:xfrm>
            <a:off x="2461996" y="3573016"/>
            <a:ext cx="1731308" cy="1015663"/>
          </a:xfrm>
          <a:prstGeom prst="rect">
            <a:avLst/>
          </a:prstGeom>
          <a:ln>
            <a:noFill/>
          </a:ln>
        </p:spPr>
        <p:txBody>
          <a:bodyPr wrap="square">
            <a:spAutoFit/>
          </a:bodyPr>
          <a:lstStyle/>
          <a:p>
            <a:pPr marL="171450" indent="-171450">
              <a:buFont typeface="Wingdings" pitchFamily="2" charset="2"/>
              <a:buChar char="§"/>
            </a:pPr>
            <a:r>
              <a:rPr lang="en-US" sz="1200" dirty="0" err="1">
                <a:solidFill>
                  <a:schemeClr val="bg1"/>
                </a:solidFill>
                <a:latin typeface="Franklin Gothic Demi Cond" pitchFamily="34" charset="0"/>
              </a:rPr>
              <a:t>fokus</a:t>
            </a:r>
            <a:r>
              <a:rPr lang="en-US" sz="1200" dirty="0">
                <a:solidFill>
                  <a:schemeClr val="bg1"/>
                </a:solidFill>
                <a:latin typeface="Franklin Gothic Demi Cond" pitchFamily="34" charset="0"/>
              </a:rPr>
              <a:t> </a:t>
            </a:r>
            <a:r>
              <a:rPr lang="en-US" sz="1200" dirty="0" err="1">
                <a:solidFill>
                  <a:schemeClr val="bg1"/>
                </a:solidFill>
                <a:latin typeface="Franklin Gothic Demi Cond" pitchFamily="34" charset="0"/>
              </a:rPr>
              <a:t>pengkajiannya</a:t>
            </a:r>
            <a:r>
              <a:rPr lang="en-US" sz="1200" dirty="0">
                <a:solidFill>
                  <a:schemeClr val="bg1"/>
                </a:solidFill>
                <a:latin typeface="Franklin Gothic Demi Cond" pitchFamily="34" charset="0"/>
              </a:rPr>
              <a:t> </a:t>
            </a:r>
            <a:r>
              <a:rPr lang="en-US" sz="1200" dirty="0" err="1">
                <a:solidFill>
                  <a:schemeClr val="bg1"/>
                </a:solidFill>
                <a:latin typeface="Franklin Gothic Demi Cond" pitchFamily="34" charset="0"/>
              </a:rPr>
              <a:t>terutama</a:t>
            </a:r>
            <a:r>
              <a:rPr lang="en-US" sz="1200" dirty="0">
                <a:solidFill>
                  <a:schemeClr val="bg1"/>
                </a:solidFill>
                <a:latin typeface="Franklin Gothic Demi Cond" pitchFamily="34" charset="0"/>
              </a:rPr>
              <a:t> </a:t>
            </a:r>
            <a:r>
              <a:rPr lang="en-US" sz="1200" dirty="0" err="1" smtClean="0">
                <a:solidFill>
                  <a:schemeClr val="bg1"/>
                </a:solidFill>
                <a:latin typeface="Franklin Gothic Demi Cond" pitchFamily="34" charset="0"/>
              </a:rPr>
              <a:t>kepada</a:t>
            </a:r>
            <a:r>
              <a:rPr lang="en-US" sz="1200" dirty="0" smtClean="0">
                <a:solidFill>
                  <a:schemeClr val="bg1"/>
                </a:solidFill>
                <a:latin typeface="Franklin Gothic Demi Cond" pitchFamily="34" charset="0"/>
              </a:rPr>
              <a:t> </a:t>
            </a:r>
            <a:r>
              <a:rPr lang="nn-NO" sz="1200" dirty="0" smtClean="0">
                <a:solidFill>
                  <a:schemeClr val="bg1"/>
                </a:solidFill>
                <a:latin typeface="Franklin Gothic Demi Cond" pitchFamily="34" charset="0"/>
              </a:rPr>
              <a:t>BENTUK </a:t>
            </a:r>
            <a:r>
              <a:rPr lang="nn-NO" sz="1200" dirty="0">
                <a:solidFill>
                  <a:schemeClr val="bg1"/>
                </a:solidFill>
                <a:latin typeface="Franklin Gothic Demi Cond" pitchFamily="34" charset="0"/>
              </a:rPr>
              <a:t>dan </a:t>
            </a:r>
            <a:r>
              <a:rPr lang="nn-NO" sz="1200" dirty="0" smtClean="0">
                <a:solidFill>
                  <a:schemeClr val="bg1"/>
                </a:solidFill>
                <a:latin typeface="Franklin Gothic Demi Cond" pitchFamily="34" charset="0"/>
              </a:rPr>
              <a:t>STRUKTUR organisasi </a:t>
            </a:r>
            <a:r>
              <a:rPr lang="nn-NO" sz="1200" dirty="0">
                <a:solidFill>
                  <a:schemeClr val="bg1"/>
                </a:solidFill>
                <a:latin typeface="Franklin Gothic Demi Cond" pitchFamily="34" charset="0"/>
              </a:rPr>
              <a:t>negara</a:t>
            </a:r>
            <a:endParaRPr lang="en-US" sz="1200" dirty="0">
              <a:solidFill>
                <a:schemeClr val="bg1"/>
              </a:solidFill>
              <a:latin typeface="Franklin Gothic Demi Cond" pitchFamily="34" charset="0"/>
            </a:endParaRPr>
          </a:p>
        </p:txBody>
      </p:sp>
      <p:sp>
        <p:nvSpPr>
          <p:cNvPr id="22" name="Rectangle 21"/>
          <p:cNvSpPr/>
          <p:nvPr/>
        </p:nvSpPr>
        <p:spPr>
          <a:xfrm>
            <a:off x="2461996" y="4648479"/>
            <a:ext cx="1731308" cy="1200329"/>
          </a:xfrm>
          <a:prstGeom prst="rect">
            <a:avLst/>
          </a:prstGeom>
        </p:spPr>
        <p:txBody>
          <a:bodyPr wrap="square">
            <a:spAutoFit/>
          </a:bodyPr>
          <a:lstStyle/>
          <a:p>
            <a:pPr marL="171450" indent="-171450">
              <a:buFont typeface="Wingdings" pitchFamily="2" charset="2"/>
              <a:buChar char="§"/>
            </a:pPr>
            <a:r>
              <a:rPr lang="en-US" sz="1200" dirty="0" err="1">
                <a:solidFill>
                  <a:schemeClr val="bg1"/>
                </a:solidFill>
                <a:latin typeface="Franklin Gothic Demi Cond" pitchFamily="34" charset="0"/>
              </a:rPr>
              <a:t>fokus</a:t>
            </a:r>
            <a:r>
              <a:rPr lang="en-US" sz="1200" dirty="0">
                <a:solidFill>
                  <a:schemeClr val="bg1"/>
                </a:solidFill>
                <a:latin typeface="Franklin Gothic Demi Cond" pitchFamily="34" charset="0"/>
              </a:rPr>
              <a:t> </a:t>
            </a:r>
            <a:r>
              <a:rPr lang="en-US" sz="1200" dirty="0" err="1">
                <a:solidFill>
                  <a:schemeClr val="bg1"/>
                </a:solidFill>
                <a:latin typeface="Franklin Gothic Demi Cond" pitchFamily="34" charset="0"/>
              </a:rPr>
              <a:t>pengkajiannya</a:t>
            </a:r>
            <a:r>
              <a:rPr lang="en-US" sz="1200" dirty="0">
                <a:solidFill>
                  <a:schemeClr val="bg1"/>
                </a:solidFill>
                <a:latin typeface="Franklin Gothic Demi Cond" pitchFamily="34" charset="0"/>
              </a:rPr>
              <a:t> </a:t>
            </a:r>
            <a:r>
              <a:rPr lang="en-US" sz="1200" dirty="0" err="1" smtClean="0">
                <a:solidFill>
                  <a:schemeClr val="bg1"/>
                </a:solidFill>
                <a:latin typeface="Franklin Gothic Demi Cond" pitchFamily="34" charset="0"/>
              </a:rPr>
              <a:t>terutama</a:t>
            </a:r>
            <a:r>
              <a:rPr lang="en-US" sz="1200" dirty="0" smtClean="0">
                <a:solidFill>
                  <a:schemeClr val="bg1"/>
                </a:solidFill>
                <a:latin typeface="Franklin Gothic Demi Cond" pitchFamily="34" charset="0"/>
              </a:rPr>
              <a:t> </a:t>
            </a:r>
            <a:r>
              <a:rPr lang="pt-BR" sz="1200" dirty="0" smtClean="0">
                <a:solidFill>
                  <a:schemeClr val="bg1"/>
                </a:solidFill>
                <a:latin typeface="Franklin Gothic Demi Cond" pitchFamily="34" charset="0"/>
              </a:rPr>
              <a:t>kepada MEKANISME PENYELENGGARAAN </a:t>
            </a:r>
            <a:r>
              <a:rPr lang="pt-BR" sz="1200" dirty="0">
                <a:solidFill>
                  <a:schemeClr val="bg1"/>
                </a:solidFill>
                <a:latin typeface="Franklin Gothic Demi Cond" pitchFamily="34" charset="0"/>
              </a:rPr>
              <a:t>lembaga-lembaga negara</a:t>
            </a:r>
            <a:endParaRPr lang="en-US" sz="1200" dirty="0">
              <a:solidFill>
                <a:schemeClr val="bg1"/>
              </a:solidFill>
              <a:latin typeface="Franklin Gothic Demi Cond" pitchFamily="34" charset="0"/>
            </a:endParaRPr>
          </a:p>
        </p:txBody>
      </p:sp>
      <p:sp>
        <p:nvSpPr>
          <p:cNvPr id="23" name="Rectangle 22"/>
          <p:cNvSpPr/>
          <p:nvPr/>
        </p:nvSpPr>
        <p:spPr>
          <a:xfrm>
            <a:off x="4178664" y="4653136"/>
            <a:ext cx="2841608" cy="1754326"/>
          </a:xfrm>
          <a:prstGeom prst="rect">
            <a:avLst/>
          </a:prstGeom>
        </p:spPr>
        <p:txBody>
          <a:bodyPr wrap="square">
            <a:spAutoFit/>
          </a:bodyPr>
          <a:lstStyle/>
          <a:p>
            <a:pPr marL="171450" indent="-171450">
              <a:buFont typeface="Wingdings" pitchFamily="2" charset="2"/>
              <a:buChar char="§"/>
            </a:pPr>
            <a:r>
              <a:rPr lang="en-US" sz="1200" dirty="0" smtClean="0">
                <a:solidFill>
                  <a:srgbClr val="FFFF00"/>
                </a:solidFill>
                <a:latin typeface="Franklin Gothic Demi Cond" pitchFamily="34" charset="0"/>
              </a:rPr>
              <a:t>BENTUK PEMERINTAHAN</a:t>
            </a:r>
          </a:p>
          <a:p>
            <a:pPr marL="171450" indent="-171450">
              <a:buFont typeface="Wingdings" pitchFamily="2" charset="2"/>
              <a:buChar char="§"/>
            </a:pPr>
            <a:r>
              <a:rPr lang="en-US" sz="1200" dirty="0" smtClean="0">
                <a:solidFill>
                  <a:srgbClr val="FFFF00"/>
                </a:solidFill>
                <a:latin typeface="Franklin Gothic Demi Cond" pitchFamily="34" charset="0"/>
              </a:rPr>
              <a:t>BENTUK NEGARA, </a:t>
            </a:r>
          </a:p>
          <a:p>
            <a:pPr marL="171450" indent="-171450">
              <a:buFont typeface="Wingdings" pitchFamily="2" charset="2"/>
              <a:buChar char="§"/>
            </a:pPr>
            <a:r>
              <a:rPr lang="en-US" sz="1200" dirty="0" smtClean="0">
                <a:solidFill>
                  <a:srgbClr val="FFFF00"/>
                </a:solidFill>
                <a:latin typeface="Franklin Gothic Demi Cond" pitchFamily="34" charset="0"/>
              </a:rPr>
              <a:t>SISTEM PEMERINTAHAN, </a:t>
            </a:r>
          </a:p>
          <a:p>
            <a:pPr marL="171450" indent="-171450">
              <a:buFont typeface="Wingdings" pitchFamily="2" charset="2"/>
              <a:buChar char="§"/>
            </a:pPr>
            <a:r>
              <a:rPr lang="en-US" sz="1200" dirty="0" smtClean="0">
                <a:solidFill>
                  <a:srgbClr val="FFFF00"/>
                </a:solidFill>
                <a:latin typeface="Franklin Gothic Demi Cond" pitchFamily="34" charset="0"/>
              </a:rPr>
              <a:t>TUJUAN NEGARA </a:t>
            </a:r>
          </a:p>
          <a:p>
            <a:pPr marL="171450" indent="-171450">
              <a:buFont typeface="Wingdings" pitchFamily="2" charset="2"/>
              <a:buChar char="§"/>
            </a:pPr>
            <a:r>
              <a:rPr lang="en-US" sz="1200" dirty="0" smtClean="0">
                <a:solidFill>
                  <a:srgbClr val="FFFF00"/>
                </a:solidFill>
                <a:latin typeface="Franklin Gothic Demi Cond" pitchFamily="34" charset="0"/>
              </a:rPr>
              <a:t>BAGAIMANA JALAN/CARA MEWUJUDKAN TUJUAN NEGARA TSBT, </a:t>
            </a:r>
          </a:p>
          <a:p>
            <a:r>
              <a:rPr lang="en-US" sz="1200" dirty="0" smtClean="0">
                <a:solidFill>
                  <a:schemeClr val="bg1"/>
                </a:solidFill>
                <a:latin typeface="Franklin Gothic Demi Cond" pitchFamily="34" charset="0"/>
              </a:rPr>
              <a:t>AKAN DITENTUKAN OLEH DASAR NEGARA YANG DIANUT OLEH NEGARA YANG BERSANGKUTAN</a:t>
            </a:r>
            <a:endParaRPr lang="en-US" sz="1200" dirty="0">
              <a:solidFill>
                <a:schemeClr val="bg1"/>
              </a:solidFill>
              <a:latin typeface="Franklin Gothic Demi Cond" pitchFamily="34" charset="0"/>
            </a:endParaRPr>
          </a:p>
        </p:txBody>
      </p:sp>
      <p:sp>
        <p:nvSpPr>
          <p:cNvPr id="25" name="Down Arrow 24"/>
          <p:cNvSpPr/>
          <p:nvPr/>
        </p:nvSpPr>
        <p:spPr>
          <a:xfrm rot="16200000">
            <a:off x="6468836" y="5282257"/>
            <a:ext cx="1241472" cy="432047"/>
          </a:xfrm>
          <a:prstGeom prst="downArrow">
            <a:avLst>
              <a:gd name="adj1" fmla="val 72706"/>
              <a:gd name="adj2" fmla="val 28314"/>
            </a:avLst>
          </a:prstGeom>
          <a:solidFill>
            <a:srgbClr val="50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rgbClr val="FFFF00"/>
                </a:solidFill>
                <a:latin typeface="Franklin Gothic Demi Cond" pitchFamily="34" charset="0"/>
              </a:rPr>
              <a:t>DG KATA LAIN</a:t>
            </a:r>
            <a:endParaRPr lang="id-ID" sz="1100" dirty="0">
              <a:solidFill>
                <a:srgbClr val="FFFF00"/>
              </a:solidFill>
              <a:latin typeface="Franklin Gothic Demi Cond" pitchFamily="34" charset="0"/>
            </a:endParaRPr>
          </a:p>
        </p:txBody>
      </p:sp>
      <p:sp>
        <p:nvSpPr>
          <p:cNvPr id="26" name="Rounded Rectangle 25"/>
          <p:cNvSpPr/>
          <p:nvPr/>
        </p:nvSpPr>
        <p:spPr>
          <a:xfrm>
            <a:off x="7380312" y="4293096"/>
            <a:ext cx="1578635" cy="2352973"/>
          </a:xfrm>
          <a:prstGeom prst="roundRect">
            <a:avLst>
              <a:gd name="adj" fmla="val 4944"/>
            </a:avLst>
          </a:prstGeom>
          <a:solidFill>
            <a:schemeClr val="bg1"/>
          </a:solidFill>
        </p:spPr>
        <p:txBody>
          <a:bodyPr wrap="square">
            <a:spAutoFit/>
          </a:bodyPr>
          <a:lstStyle/>
          <a:p>
            <a:r>
              <a:rPr lang="sv-SE" sz="1200" dirty="0" smtClean="0">
                <a:solidFill>
                  <a:srgbClr val="500000"/>
                </a:solidFill>
                <a:latin typeface="Franklin Gothic Demi Cond" pitchFamily="34" charset="0"/>
              </a:rPr>
              <a:t>DASAR NEGARA </a:t>
            </a:r>
            <a:r>
              <a:rPr lang="sv-SE" sz="1200" dirty="0" smtClean="0">
                <a:latin typeface="Franklin Gothic Demi Cond" pitchFamily="34" charset="0"/>
              </a:rPr>
              <a:t>akan menentukan </a:t>
            </a:r>
          </a:p>
          <a:p>
            <a:pPr marL="119063" indent="-119063">
              <a:buFont typeface="Wingdings" pitchFamily="2" charset="2"/>
              <a:buChar char="§"/>
            </a:pPr>
            <a:r>
              <a:rPr lang="sv-SE" sz="1200" dirty="0" smtClean="0">
                <a:latin typeface="Franklin Gothic Demi Cond" pitchFamily="34" charset="0"/>
              </a:rPr>
              <a:t>BENTUK </a:t>
            </a:r>
            <a:r>
              <a:rPr lang="en-US" sz="1200" dirty="0" smtClean="0">
                <a:latin typeface="Franklin Gothic Demi Cond" pitchFamily="34" charset="0"/>
              </a:rPr>
              <a:t>NEGARA, </a:t>
            </a:r>
          </a:p>
          <a:p>
            <a:pPr marL="119063" indent="-119063">
              <a:buFont typeface="Wingdings" pitchFamily="2" charset="2"/>
              <a:buChar char="§"/>
            </a:pPr>
            <a:r>
              <a:rPr lang="en-US" sz="1200" dirty="0" smtClean="0">
                <a:latin typeface="Franklin Gothic Demi Cond" pitchFamily="34" charset="0"/>
              </a:rPr>
              <a:t>BENTUK DAN SISTEM PEMERINTAHAN, </a:t>
            </a:r>
          </a:p>
          <a:p>
            <a:pPr marL="119063" indent="-119063">
              <a:buFont typeface="Wingdings" pitchFamily="2" charset="2"/>
              <a:buChar char="§"/>
            </a:pPr>
            <a:r>
              <a:rPr lang="en-US" sz="1200" dirty="0" smtClean="0">
                <a:latin typeface="Franklin Gothic Demi Cond" pitchFamily="34" charset="0"/>
              </a:rPr>
              <a:t>TUJUAN NEGARA YG INGIN DICAPAI, </a:t>
            </a:r>
          </a:p>
          <a:p>
            <a:pPr marL="119063" indent="-119063">
              <a:buFont typeface="Wingdings" pitchFamily="2" charset="2"/>
              <a:buChar char="§"/>
            </a:pPr>
            <a:r>
              <a:rPr lang="en-US" sz="1200" dirty="0" smtClean="0">
                <a:latin typeface="Franklin Gothic Demi Cond" pitchFamily="34" charset="0"/>
              </a:rPr>
              <a:t>SERTA JALAN APA YG DITEMPUH UNTUK MEWUJUDKAN TUJUAN SUATU NEGARA.</a:t>
            </a:r>
            <a:endParaRPr lang="en-US" sz="1200" dirty="0">
              <a:latin typeface="Franklin Gothic Demi Cond" pitchFamily="34" charset="0"/>
            </a:endParaRPr>
          </a:p>
        </p:txBody>
      </p:sp>
      <p:sp>
        <p:nvSpPr>
          <p:cNvPr id="27" name="Rounded Rectangle 26"/>
          <p:cNvSpPr/>
          <p:nvPr/>
        </p:nvSpPr>
        <p:spPr>
          <a:xfrm>
            <a:off x="8466346" y="6453336"/>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6</a:t>
            </a:r>
            <a:endParaRPr lang="id-ID" dirty="0">
              <a:solidFill>
                <a:srgbClr val="FFC000"/>
              </a:solidFill>
              <a:latin typeface="Franklin Gothic Demi Cond" pitchFamily="34" charset="0"/>
            </a:endParaRPr>
          </a:p>
        </p:txBody>
      </p:sp>
    </p:spTree>
    <p:extLst>
      <p:ext uri="{BB962C8B-B14F-4D97-AF65-F5344CB8AC3E}">
        <p14:creationId xmlns:p14="http://schemas.microsoft.com/office/powerpoint/2010/main" val="381643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up)">
                                      <p:cBhvr>
                                        <p:cTn id="36" dur="1000"/>
                                        <p:tgtEl>
                                          <p:spTgt spid="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up)">
                                      <p:cBhvr>
                                        <p:cTn id="39" dur="10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up)">
                                      <p:cBhvr>
                                        <p:cTn id="47" dur="2000"/>
                                        <p:tgtEl>
                                          <p:spTgt spid="17"/>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up)">
                                      <p:cBhvr>
                                        <p:cTn id="50" dur="20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500"/>
                                        <p:tgtEl>
                                          <p:spTgt spid="22"/>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up)">
                                      <p:cBhvr>
                                        <p:cTn id="66" dur="500"/>
                                        <p:tgtEl>
                                          <p:spTgt spid="25"/>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up)">
                                      <p:cBhvr>
                                        <p:cTn id="69" dur="500"/>
                                        <p:tgtEl>
                                          <p:spTgt spid="24"/>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wipe(left)">
                                      <p:cBhvr>
                                        <p:cTn id="72" dur="500"/>
                                        <p:tgtEl>
                                          <p:spTgt spid="21"/>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left)">
                                      <p:cBhvr>
                                        <p:cTn id="75" dur="500"/>
                                        <p:tgtEl>
                                          <p:spTgt spid="23"/>
                                        </p:tgtEl>
                                      </p:cBhvr>
                                    </p:animEffect>
                                  </p:childTnLst>
                                </p:cTn>
                              </p:par>
                              <p:par>
                                <p:cTn id="76" presetID="16" presetClass="entr" presetSubtype="42"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barn(outHorizontal)">
                                      <p:cBhvr>
                                        <p:cTn id="7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 grpId="0" animBg="1"/>
      <p:bldP spid="6" grpId="0" animBg="1"/>
      <p:bldP spid="7" grpId="0"/>
      <p:bldP spid="8" grpId="0" animBg="1"/>
      <p:bldP spid="9" grpId="0" animBg="1"/>
      <p:bldP spid="10" grpId="0"/>
      <p:bldP spid="12" grpId="0" animBg="1"/>
      <p:bldP spid="13" grpId="0"/>
      <p:bldP spid="14" grpId="0"/>
      <p:bldP spid="15" grpId="0" animBg="1"/>
      <p:bldP spid="17" grpId="0" animBg="1"/>
      <p:bldP spid="18" grpId="0" animBg="1"/>
      <p:bldP spid="19" grpId="0" animBg="1"/>
      <p:bldP spid="20" grpId="0" animBg="1"/>
      <p:bldP spid="21" grpId="0"/>
      <p:bldP spid="22" grpId="0"/>
      <p:bldP spid="23" grpId="0"/>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p:cNvSpPr/>
          <p:nvPr/>
        </p:nvSpPr>
        <p:spPr>
          <a:xfrm>
            <a:off x="395536" y="177754"/>
            <a:ext cx="8352928" cy="6419598"/>
          </a:xfrm>
          <a:prstGeom prst="roundRect">
            <a:avLst>
              <a:gd name="adj" fmla="val 2316"/>
            </a:avLst>
          </a:prstGeom>
          <a:solidFill>
            <a:srgbClr val="0000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ounded Rectangle 14"/>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C000"/>
                </a:solidFill>
                <a:latin typeface="Franklin Gothic Demi Cond" pitchFamily="34" charset="0"/>
              </a:rPr>
              <a:t>7</a:t>
            </a:r>
            <a:endParaRPr lang="id-ID" dirty="0">
              <a:solidFill>
                <a:srgbClr val="FFC000"/>
              </a:solidFill>
              <a:latin typeface="Franklin Gothic Demi Cond" pitchFamily="34" charset="0"/>
            </a:endParaRPr>
          </a:p>
        </p:txBody>
      </p:sp>
      <p:sp>
        <p:nvSpPr>
          <p:cNvPr id="20" name="Rounded Rectangle 19"/>
          <p:cNvSpPr/>
          <p:nvPr/>
        </p:nvSpPr>
        <p:spPr>
          <a:xfrm>
            <a:off x="1339146" y="548680"/>
            <a:ext cx="2552124" cy="1359911"/>
          </a:xfrm>
          <a:prstGeom prst="roundRect">
            <a:avLst>
              <a:gd name="adj" fmla="val 9775"/>
            </a:avLst>
          </a:prstGeom>
          <a:solidFill>
            <a:srgbClr val="5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Franklin Gothic Demi Cond" pitchFamily="34" charset="0"/>
                <a:ea typeface="Verdana" pitchFamily="34" charset="0"/>
                <a:cs typeface="Verdana" pitchFamily="34" charset="0"/>
              </a:rPr>
              <a:t>KONSEP </a:t>
            </a:r>
          </a:p>
          <a:p>
            <a:pPr algn="ctr"/>
            <a:r>
              <a:rPr lang="en-US" sz="2400" dirty="0" smtClean="0">
                <a:solidFill>
                  <a:schemeClr val="bg1"/>
                </a:solidFill>
                <a:latin typeface="Franklin Gothic Demi Cond" pitchFamily="34" charset="0"/>
                <a:ea typeface="Verdana" pitchFamily="34" charset="0"/>
                <a:cs typeface="Verdana" pitchFamily="34" charset="0"/>
              </a:rPr>
              <a:t>TUJUAN NEGARA</a:t>
            </a:r>
            <a:endParaRPr lang="id-ID" sz="2400" dirty="0">
              <a:solidFill>
                <a:schemeClr val="bg1"/>
              </a:solidFill>
              <a:latin typeface="Franklin Gothic Demi Cond" pitchFamily="34" charset="0"/>
              <a:ea typeface="Verdana" pitchFamily="34" charset="0"/>
              <a:cs typeface="Verdana" pitchFamily="34" charset="0"/>
            </a:endParaRPr>
          </a:p>
        </p:txBody>
      </p:sp>
      <p:sp>
        <p:nvSpPr>
          <p:cNvPr id="21" name="Snip and Round Single Corner Rectangle 20"/>
          <p:cNvSpPr/>
          <p:nvPr/>
        </p:nvSpPr>
        <p:spPr>
          <a:xfrm rot="5400000">
            <a:off x="1090464" y="684455"/>
            <a:ext cx="457200" cy="457200"/>
          </a:xfrm>
          <a:prstGeom prst="snipRoundRect">
            <a:avLst>
              <a:gd name="adj1" fmla="val 16667"/>
              <a:gd name="adj2" fmla="val 50000"/>
            </a:avLst>
          </a:prstGeom>
          <a:solidFill>
            <a:srgbClr val="7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latin typeface="Franklin Gothic Demi Cond" pitchFamily="34" charset="0"/>
              </a:rPr>
              <a:t>2</a:t>
            </a:r>
            <a:endParaRPr lang="en-US" dirty="0">
              <a:latin typeface="Franklin Gothic Demi Cond" pitchFamily="34" charset="0"/>
            </a:endParaRPr>
          </a:p>
        </p:txBody>
      </p:sp>
      <p:sp>
        <p:nvSpPr>
          <p:cNvPr id="5" name="Rectangle 4"/>
          <p:cNvSpPr/>
          <p:nvPr/>
        </p:nvSpPr>
        <p:spPr>
          <a:xfrm>
            <a:off x="3857834" y="548680"/>
            <a:ext cx="4962638" cy="13599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4625" indent="-174625">
              <a:spcBef>
                <a:spcPts val="600"/>
              </a:spcBef>
              <a:buFont typeface="Wingdings" pitchFamily="2" charset="2"/>
              <a:buChar char="§"/>
            </a:pPr>
            <a:r>
              <a:rPr lang="en-US" sz="1400" dirty="0" smtClean="0">
                <a:solidFill>
                  <a:srgbClr val="FFFF00"/>
                </a:solidFill>
                <a:latin typeface="Franklin Gothic Demi Cond" pitchFamily="34" charset="0"/>
              </a:rPr>
              <a:t>SUATU BANGSA MENDIRIKAN NEGARA, PASTI ADA TUJUAN UNTUK APA NEGARA ITU DIDIRIKAN</a:t>
            </a:r>
          </a:p>
          <a:p>
            <a:pPr marL="174625" indent="-174625">
              <a:spcBef>
                <a:spcPts val="600"/>
              </a:spcBef>
              <a:buFont typeface="Wingdings" pitchFamily="2" charset="2"/>
              <a:buChar char="§"/>
            </a:pPr>
            <a:r>
              <a:rPr lang="en-US" sz="1400" dirty="0" smtClean="0">
                <a:solidFill>
                  <a:srgbClr val="FFFF00"/>
                </a:solidFill>
                <a:latin typeface="Franklin Gothic Demi Cond" pitchFamily="34" charset="0"/>
              </a:rPr>
              <a:t> TUJUAN YG INGIN DICAPAI MUNGKIN SAMA TETAPI CARA YANG DITEMPUH UNTUK MENCAPAI </a:t>
            </a:r>
            <a:r>
              <a:rPr lang="sv-SE" sz="1400" dirty="0" smtClean="0">
                <a:solidFill>
                  <a:srgbClr val="FFFF00"/>
                </a:solidFill>
                <a:latin typeface="Franklin Gothic Demi Cond" pitchFamily="34" charset="0"/>
              </a:rPr>
              <a:t>TUJUAN TERSEBUT BERBEDA-BEDA BAHKAN TERKADANG SALING BERTENTANGAN</a:t>
            </a:r>
            <a:endParaRPr lang="en-US" sz="1400" dirty="0">
              <a:solidFill>
                <a:srgbClr val="FFFF00"/>
              </a:solidFill>
              <a:latin typeface="Franklin Gothic Demi Cond" pitchFamily="34" charset="0"/>
            </a:endParaRPr>
          </a:p>
        </p:txBody>
      </p:sp>
      <p:sp>
        <p:nvSpPr>
          <p:cNvPr id="22" name="Rounded Rectangle 21"/>
          <p:cNvSpPr/>
          <p:nvPr/>
        </p:nvSpPr>
        <p:spPr>
          <a:xfrm>
            <a:off x="2411760" y="2204864"/>
            <a:ext cx="2664296" cy="795814"/>
          </a:xfrm>
          <a:prstGeom prst="roundRect">
            <a:avLst>
              <a:gd name="adj" fmla="val 13302"/>
            </a:avLst>
          </a:prstGeom>
          <a:solidFill>
            <a:srgbClr val="3E1B59"/>
          </a:solidFill>
        </p:spPr>
        <p:txBody>
          <a:bodyPr wrap="square">
            <a:spAutoFit/>
          </a:bodyPr>
          <a:lstStyle/>
          <a:p>
            <a:r>
              <a:rPr lang="id-ID" sz="1400" dirty="0" smtClean="0">
                <a:solidFill>
                  <a:schemeClr val="bg1">
                    <a:lumMod val="95000"/>
                  </a:schemeClr>
                </a:solidFill>
                <a:latin typeface="Franklin Gothic Demi" pitchFamily="34" charset="0"/>
              </a:rPr>
              <a:t>tujuan setiap negara adalah </a:t>
            </a:r>
            <a:r>
              <a:rPr lang="id-ID" sz="1400" dirty="0" smtClean="0">
                <a:solidFill>
                  <a:srgbClr val="FFFF00"/>
                </a:solidFill>
                <a:latin typeface="Franklin Gothic Demi" pitchFamily="34" charset="0"/>
              </a:rPr>
              <a:t>MEWUJUDKAN KEBAHAGIAAN BAGI RAKYATNYA</a:t>
            </a:r>
            <a:endParaRPr lang="id-ID" sz="1400" dirty="0">
              <a:solidFill>
                <a:srgbClr val="FFFF00"/>
              </a:solidFill>
              <a:latin typeface="Franklin Gothic Demi" pitchFamily="34" charset="0"/>
            </a:endParaRPr>
          </a:p>
        </p:txBody>
      </p:sp>
      <p:sp>
        <p:nvSpPr>
          <p:cNvPr id="24" name="Down Arrow 23"/>
          <p:cNvSpPr/>
          <p:nvPr/>
        </p:nvSpPr>
        <p:spPr>
          <a:xfrm>
            <a:off x="2555776" y="1988840"/>
            <a:ext cx="1152128" cy="288032"/>
          </a:xfrm>
          <a:prstGeom prst="downArrow">
            <a:avLst>
              <a:gd name="adj1" fmla="val 75412"/>
              <a:gd name="adj2" fmla="val 71778"/>
            </a:avLst>
          </a:prstGeom>
          <a:solidFill>
            <a:srgbClr val="FF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r"/>
            <a:endParaRPr lang="id-ID" sz="1200" dirty="0">
              <a:latin typeface="Franklin Gothic Demi Cond" pitchFamily="34" charset="0"/>
            </a:endParaRPr>
          </a:p>
        </p:txBody>
      </p:sp>
      <p:sp>
        <p:nvSpPr>
          <p:cNvPr id="25" name="Rounded Rectangle 24"/>
          <p:cNvSpPr/>
          <p:nvPr/>
        </p:nvSpPr>
        <p:spPr>
          <a:xfrm>
            <a:off x="1272006" y="3573016"/>
            <a:ext cx="4020074" cy="1963579"/>
          </a:xfrm>
          <a:prstGeom prst="roundRect">
            <a:avLst>
              <a:gd name="adj" fmla="val 6258"/>
            </a:avLst>
          </a:prstGeom>
          <a:solidFill>
            <a:schemeClr val="bg1">
              <a:lumMod val="85000"/>
            </a:schemeClr>
          </a:solidFill>
        </p:spPr>
        <p:txBody>
          <a:bodyPr wrap="square">
            <a:spAutoFit/>
          </a:bodyPr>
          <a:lstStyle/>
          <a:p>
            <a:pPr marL="174625" indent="-174625">
              <a:spcBef>
                <a:spcPts val="600"/>
              </a:spcBef>
              <a:buFont typeface="Wingdings" pitchFamily="2" charset="2"/>
              <a:buChar char="§"/>
            </a:pPr>
            <a:r>
              <a:rPr lang="id-ID" sz="1400" dirty="0" smtClean="0">
                <a:solidFill>
                  <a:srgbClr val="500000"/>
                </a:solidFill>
                <a:latin typeface="Franklin Gothic Demi" pitchFamily="34" charset="0"/>
              </a:rPr>
              <a:t>MELINDUNGI SEGENAP BANGSA INDONESIA </a:t>
            </a:r>
            <a:endParaRPr lang="en-US" sz="1400" dirty="0" smtClean="0">
              <a:solidFill>
                <a:srgbClr val="500000"/>
              </a:solidFill>
              <a:latin typeface="Franklin Gothic Demi" pitchFamily="34" charset="0"/>
            </a:endParaRPr>
          </a:p>
          <a:p>
            <a:pPr marL="174625" indent="-174625">
              <a:spcBef>
                <a:spcPts val="600"/>
              </a:spcBef>
              <a:buFont typeface="Wingdings" pitchFamily="2" charset="2"/>
              <a:buChar char="§"/>
            </a:pPr>
            <a:r>
              <a:rPr lang="en-US" sz="1400" dirty="0" smtClean="0">
                <a:solidFill>
                  <a:srgbClr val="500000"/>
                </a:solidFill>
                <a:latin typeface="Franklin Gothic Demi" pitchFamily="34" charset="0"/>
              </a:rPr>
              <a:t>MELINDUNGI </a:t>
            </a:r>
            <a:r>
              <a:rPr lang="id-ID" sz="1400" dirty="0" smtClean="0">
                <a:solidFill>
                  <a:srgbClr val="500000"/>
                </a:solidFill>
                <a:latin typeface="Franklin Gothic Demi" pitchFamily="34" charset="0"/>
              </a:rPr>
              <a:t>TUMPAH DARAH INDONESIA; </a:t>
            </a:r>
            <a:endParaRPr lang="en-US" sz="1400" dirty="0" smtClean="0">
              <a:solidFill>
                <a:srgbClr val="500000"/>
              </a:solidFill>
              <a:latin typeface="Franklin Gothic Demi" pitchFamily="34" charset="0"/>
            </a:endParaRPr>
          </a:p>
          <a:p>
            <a:pPr marL="174625" indent="-174625">
              <a:spcBef>
                <a:spcPts val="600"/>
              </a:spcBef>
              <a:buFont typeface="Wingdings" pitchFamily="2" charset="2"/>
              <a:buChar char="§"/>
            </a:pPr>
            <a:r>
              <a:rPr lang="id-ID" sz="1400" dirty="0" smtClean="0">
                <a:solidFill>
                  <a:srgbClr val="500000"/>
                </a:solidFill>
                <a:latin typeface="Franklin Gothic Demi" pitchFamily="34" charset="0"/>
              </a:rPr>
              <a:t>MEMAJUKAN KESEJAHTERAAN UMUM; </a:t>
            </a:r>
            <a:endParaRPr lang="en-US" sz="1400" dirty="0" smtClean="0">
              <a:solidFill>
                <a:srgbClr val="500000"/>
              </a:solidFill>
              <a:latin typeface="Franklin Gothic Demi" pitchFamily="34" charset="0"/>
            </a:endParaRPr>
          </a:p>
          <a:p>
            <a:pPr marL="174625" indent="-174625">
              <a:spcBef>
                <a:spcPts val="600"/>
              </a:spcBef>
              <a:buFont typeface="Wingdings" pitchFamily="2" charset="2"/>
              <a:buChar char="§"/>
            </a:pPr>
            <a:r>
              <a:rPr lang="id-ID" sz="1400" dirty="0" smtClean="0">
                <a:solidFill>
                  <a:srgbClr val="500000"/>
                </a:solidFill>
                <a:latin typeface="Franklin Gothic Demi" pitchFamily="34" charset="0"/>
              </a:rPr>
              <a:t>MENCERDASKAN KEHIDUPAN BANGSA;</a:t>
            </a:r>
            <a:endParaRPr lang="en-US" sz="1400" dirty="0" smtClean="0">
              <a:solidFill>
                <a:srgbClr val="500000"/>
              </a:solidFill>
              <a:latin typeface="Franklin Gothic Demi" pitchFamily="34" charset="0"/>
            </a:endParaRPr>
          </a:p>
          <a:p>
            <a:pPr marL="174625" indent="-174625">
              <a:spcBef>
                <a:spcPts val="600"/>
              </a:spcBef>
              <a:buFont typeface="Wingdings" pitchFamily="2" charset="2"/>
              <a:buChar char="§"/>
            </a:pPr>
            <a:r>
              <a:rPr lang="id-ID" sz="1400" dirty="0" smtClean="0">
                <a:solidFill>
                  <a:srgbClr val="500000"/>
                </a:solidFill>
                <a:latin typeface="Franklin Gothic Demi" pitchFamily="34" charset="0"/>
              </a:rPr>
              <a:t>IKUT MELAKSANAKAN KETERTIBAN DUNIA YANG BERDASARKAN KEMERDEKAAN, PERDAMAIAN ABADI, DAN KEADILAN SOSIAL</a:t>
            </a:r>
            <a:endParaRPr lang="id-ID" sz="1400" dirty="0">
              <a:solidFill>
                <a:srgbClr val="500000"/>
              </a:solidFill>
              <a:latin typeface="Franklin Gothic Demi" pitchFamily="34" charset="0"/>
            </a:endParaRPr>
          </a:p>
        </p:txBody>
      </p:sp>
      <p:sp>
        <p:nvSpPr>
          <p:cNvPr id="23" name="Down Arrow 22"/>
          <p:cNvSpPr/>
          <p:nvPr/>
        </p:nvSpPr>
        <p:spPr>
          <a:xfrm>
            <a:off x="1331640" y="1988840"/>
            <a:ext cx="1152128" cy="1656184"/>
          </a:xfrm>
          <a:prstGeom prst="downArrow">
            <a:avLst>
              <a:gd name="adj1" fmla="val 75412"/>
              <a:gd name="adj2" fmla="val 14837"/>
            </a:avLst>
          </a:prstGeom>
          <a:solidFill>
            <a:srgbClr val="FF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id-ID" sz="1200" u="sng" dirty="0" smtClean="0">
                <a:latin typeface="Franklin Gothic Demi Cond" pitchFamily="34" charset="0"/>
              </a:rPr>
              <a:t>INDONESIA</a:t>
            </a:r>
            <a:endParaRPr lang="en-US" sz="1200" u="sng" dirty="0" smtClean="0">
              <a:latin typeface="Franklin Gothic Demi Cond" pitchFamily="34" charset="0"/>
            </a:endParaRPr>
          </a:p>
          <a:p>
            <a:pPr algn="ctr"/>
            <a:r>
              <a:rPr lang="en-US" sz="1000" dirty="0" smtClean="0">
                <a:solidFill>
                  <a:srgbClr val="FFFF00"/>
                </a:solidFill>
                <a:latin typeface="Franklin Gothic Demi Cond" pitchFamily="34" charset="0"/>
              </a:rPr>
              <a:t>PEMBUKAAN UUD 1945 ALINEA 4</a:t>
            </a:r>
            <a:endParaRPr lang="id-ID" sz="1000" dirty="0">
              <a:solidFill>
                <a:srgbClr val="FFFF00"/>
              </a:solidFill>
              <a:latin typeface="Franklin Gothic Demi Cond" pitchFamily="34" charset="0"/>
            </a:endParaRPr>
          </a:p>
        </p:txBody>
      </p:sp>
    </p:spTree>
    <p:extLst>
      <p:ext uri="{BB962C8B-B14F-4D97-AF65-F5344CB8AC3E}">
        <p14:creationId xmlns:p14="http://schemas.microsoft.com/office/powerpoint/2010/main" val="378480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2000"/>
                                        <p:tgtEl>
                                          <p:spTgt spid="23"/>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1000"/>
                                        <p:tgtEl>
                                          <p:spTgt spid="22"/>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up)">
                                      <p:cBhvr>
                                        <p:cTn id="18" dur="1000"/>
                                        <p:tgtEl>
                                          <p:spTgt spid="2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left)">
                                      <p:cBhvr>
                                        <p:cTn id="21" dur="2000"/>
                                        <p:tgtEl>
                                          <p:spTgt spid="2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5" grpId="0"/>
      <p:bldP spid="22" grpId="0" animBg="1"/>
      <p:bldP spid="24" grpId="0" animBg="1"/>
      <p:bldP spid="25"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p:cNvSpPr/>
          <p:nvPr/>
        </p:nvSpPr>
        <p:spPr>
          <a:xfrm>
            <a:off x="395536" y="177754"/>
            <a:ext cx="8352928" cy="6419598"/>
          </a:xfrm>
          <a:prstGeom prst="roundRect">
            <a:avLst>
              <a:gd name="adj" fmla="val 2316"/>
            </a:avLst>
          </a:prstGeom>
          <a:solidFill>
            <a:srgbClr val="0000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ounded Rectangle 6"/>
          <p:cNvSpPr/>
          <p:nvPr/>
        </p:nvSpPr>
        <p:spPr>
          <a:xfrm>
            <a:off x="6012160" y="2320716"/>
            <a:ext cx="2664296" cy="4168623"/>
          </a:xfrm>
          <a:prstGeom prst="roundRect">
            <a:avLst>
              <a:gd name="adj" fmla="val 7678"/>
            </a:avLst>
          </a:prstGeom>
          <a:solidFill>
            <a:srgbClr val="070274"/>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u="sng" dirty="0">
              <a:latin typeface="Franklin Gothic Demi Cond" pitchFamily="34" charset="0"/>
            </a:endParaRPr>
          </a:p>
        </p:txBody>
      </p:sp>
      <p:sp>
        <p:nvSpPr>
          <p:cNvPr id="15" name="Rounded Rectangle 14"/>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C000"/>
                </a:solidFill>
                <a:latin typeface="Franklin Gothic Demi Cond" pitchFamily="34" charset="0"/>
              </a:rPr>
              <a:t>8</a:t>
            </a:r>
            <a:endParaRPr lang="id-ID" dirty="0">
              <a:solidFill>
                <a:srgbClr val="FFC000"/>
              </a:solidFill>
              <a:latin typeface="Franklin Gothic Demi Cond" pitchFamily="34" charset="0"/>
            </a:endParaRPr>
          </a:p>
        </p:txBody>
      </p:sp>
      <p:sp>
        <p:nvSpPr>
          <p:cNvPr id="11" name="Rounded Rectangle 10"/>
          <p:cNvSpPr/>
          <p:nvPr/>
        </p:nvSpPr>
        <p:spPr>
          <a:xfrm>
            <a:off x="1659836" y="404664"/>
            <a:ext cx="5864492" cy="720079"/>
          </a:xfrm>
          <a:prstGeom prst="roundRect">
            <a:avLst>
              <a:gd name="adj" fmla="val 9775"/>
            </a:avLst>
          </a:prstGeom>
          <a:solidFill>
            <a:srgbClr val="5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Franklin Gothic Demi Cond" pitchFamily="34" charset="0"/>
                <a:ea typeface="Verdana" pitchFamily="34" charset="0"/>
                <a:cs typeface="Verdana" pitchFamily="34" charset="0"/>
              </a:rPr>
              <a:t>KONSEP URGENSI DASAR  NEGARA</a:t>
            </a:r>
            <a:endParaRPr lang="id-ID" sz="2400" dirty="0">
              <a:solidFill>
                <a:schemeClr val="bg1"/>
              </a:solidFill>
              <a:latin typeface="Franklin Gothic Demi Cond" pitchFamily="34" charset="0"/>
              <a:ea typeface="Verdana" pitchFamily="34" charset="0"/>
              <a:cs typeface="Verdana" pitchFamily="34" charset="0"/>
            </a:endParaRPr>
          </a:p>
        </p:txBody>
      </p:sp>
      <p:sp>
        <p:nvSpPr>
          <p:cNvPr id="12" name="Snip and Round Single Corner Rectangle 11"/>
          <p:cNvSpPr/>
          <p:nvPr/>
        </p:nvSpPr>
        <p:spPr>
          <a:xfrm rot="5400000">
            <a:off x="1403648" y="565590"/>
            <a:ext cx="457200" cy="457200"/>
          </a:xfrm>
          <a:prstGeom prst="snipRoundRect">
            <a:avLst>
              <a:gd name="adj1" fmla="val 16667"/>
              <a:gd name="adj2" fmla="val 50000"/>
            </a:avLst>
          </a:prstGeom>
          <a:solidFill>
            <a:srgbClr val="7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latin typeface="Franklin Gothic Demi Cond" pitchFamily="34" charset="0"/>
              </a:rPr>
              <a:t>3</a:t>
            </a:r>
            <a:endParaRPr lang="en-US" dirty="0">
              <a:latin typeface="Franklin Gothic Demi Cond" pitchFamily="34" charset="0"/>
            </a:endParaRPr>
          </a:p>
        </p:txBody>
      </p:sp>
      <p:sp>
        <p:nvSpPr>
          <p:cNvPr id="13" name="Rounded Rectangle 12"/>
          <p:cNvSpPr/>
          <p:nvPr/>
        </p:nvSpPr>
        <p:spPr>
          <a:xfrm>
            <a:off x="683568" y="1484784"/>
            <a:ext cx="2264092" cy="936104"/>
          </a:xfrm>
          <a:prstGeom prst="roundRect">
            <a:avLst>
              <a:gd name="adj" fmla="val 9775"/>
            </a:avLst>
          </a:prstGeom>
          <a:solidFill>
            <a:srgbClr val="5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Bernard MT Condensed" pitchFamily="18" charset="0"/>
                <a:ea typeface="Verdana" pitchFamily="34" charset="0"/>
                <a:cs typeface="Verdana" pitchFamily="34" charset="0"/>
              </a:rPr>
              <a:t>DASAR  NEGARA</a:t>
            </a:r>
            <a:endParaRPr lang="id-ID" sz="2400" dirty="0">
              <a:solidFill>
                <a:schemeClr val="bg1"/>
              </a:solidFill>
              <a:latin typeface="Bernard MT Condensed" pitchFamily="18" charset="0"/>
              <a:ea typeface="Verdana" pitchFamily="34" charset="0"/>
              <a:cs typeface="Verdana" pitchFamily="34" charset="0"/>
            </a:endParaRPr>
          </a:p>
        </p:txBody>
      </p:sp>
      <p:sp>
        <p:nvSpPr>
          <p:cNvPr id="14" name="Down Arrow 13"/>
          <p:cNvSpPr/>
          <p:nvPr/>
        </p:nvSpPr>
        <p:spPr>
          <a:xfrm rot="16200000">
            <a:off x="2980708" y="1477668"/>
            <a:ext cx="972108" cy="914332"/>
          </a:xfrm>
          <a:prstGeom prst="downArrow">
            <a:avLst>
              <a:gd name="adj1" fmla="val 71843"/>
              <a:gd name="adj2" fmla="val 20490"/>
            </a:avLst>
          </a:prstGeom>
          <a:solidFill>
            <a:srgbClr val="C0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50" dirty="0" smtClean="0">
                <a:latin typeface="Franklin Gothic Demi Cond" pitchFamily="34" charset="0"/>
              </a:rPr>
              <a:t>SECARA </a:t>
            </a:r>
            <a:r>
              <a:rPr lang="en-US" sz="1050" u="sng" dirty="0" smtClean="0">
                <a:latin typeface="Franklin Gothic Demi Cond" pitchFamily="34" charset="0"/>
              </a:rPr>
              <a:t>ETIMOLOGI</a:t>
            </a:r>
          </a:p>
          <a:p>
            <a:pPr algn="ctr"/>
            <a:r>
              <a:rPr lang="en-US" sz="1050" dirty="0" smtClean="0">
                <a:solidFill>
                  <a:srgbClr val="FFFF00"/>
                </a:solidFill>
                <a:latin typeface="Franklin Gothic Demi Cond" pitchFamily="34" charset="0"/>
              </a:rPr>
              <a:t>ISTILAH</a:t>
            </a:r>
            <a:endParaRPr lang="id-ID" sz="1050" dirty="0">
              <a:solidFill>
                <a:srgbClr val="FFFF00"/>
              </a:solidFill>
              <a:latin typeface="Franklin Gothic Demi Cond" pitchFamily="34" charset="0"/>
            </a:endParaRPr>
          </a:p>
        </p:txBody>
      </p:sp>
      <p:sp>
        <p:nvSpPr>
          <p:cNvPr id="2" name="Rectangle 1"/>
          <p:cNvSpPr/>
          <p:nvPr/>
        </p:nvSpPr>
        <p:spPr>
          <a:xfrm>
            <a:off x="4025754" y="1412776"/>
            <a:ext cx="2274438" cy="907941"/>
          </a:xfrm>
          <a:prstGeom prst="rect">
            <a:avLst/>
          </a:prstGeom>
        </p:spPr>
        <p:txBody>
          <a:bodyPr wrap="square">
            <a:spAutoFit/>
          </a:bodyPr>
          <a:lstStyle/>
          <a:p>
            <a:r>
              <a:rPr lang="en-US" sz="1200" dirty="0" smtClean="0">
                <a:solidFill>
                  <a:srgbClr val="FFFF00"/>
                </a:solidFill>
                <a:latin typeface="Franklin Gothic Demi Cond" pitchFamily="34" charset="0"/>
              </a:rPr>
              <a:t>LANDASAN DAN SUMBER DLM MEMBENTUK DAN MENYELENGGARAKAN NEGARA.</a:t>
            </a:r>
          </a:p>
          <a:p>
            <a:pPr>
              <a:spcBef>
                <a:spcPts val="600"/>
              </a:spcBef>
            </a:pPr>
            <a:r>
              <a:rPr lang="en-US" sz="1200" dirty="0" smtClean="0">
                <a:solidFill>
                  <a:srgbClr val="FFFF00"/>
                </a:solidFill>
                <a:latin typeface="Franklin Gothic Demi Cond" pitchFamily="34" charset="0"/>
              </a:rPr>
              <a:t>SUMBER DR SGL SUMBER HUKUM</a:t>
            </a:r>
            <a:endParaRPr lang="en-US" sz="1200" dirty="0">
              <a:solidFill>
                <a:srgbClr val="FFFF00"/>
              </a:solidFill>
              <a:latin typeface="Franklin Gothic Demi Cond" pitchFamily="34" charset="0"/>
            </a:endParaRPr>
          </a:p>
        </p:txBody>
      </p:sp>
      <p:sp>
        <p:nvSpPr>
          <p:cNvPr id="3" name="Oval 2"/>
          <p:cNvSpPr/>
          <p:nvPr/>
        </p:nvSpPr>
        <p:spPr>
          <a:xfrm>
            <a:off x="3923928" y="1589450"/>
            <a:ext cx="136900" cy="185463"/>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930620" y="2052059"/>
            <a:ext cx="136900" cy="185463"/>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395536" y="3501008"/>
            <a:ext cx="2470044" cy="1384995"/>
          </a:xfrm>
          <a:prstGeom prst="rect">
            <a:avLst/>
          </a:prstGeom>
        </p:spPr>
        <p:txBody>
          <a:bodyPr wrap="square">
            <a:spAutoFit/>
          </a:bodyPr>
          <a:lstStyle/>
          <a:p>
            <a:pPr algn="ctr"/>
            <a:r>
              <a:rPr lang="fi-FI" sz="1200" dirty="0" smtClean="0">
                <a:solidFill>
                  <a:srgbClr val="FFFF00"/>
                </a:solidFill>
                <a:latin typeface="Franklin Gothic Demi Cond" pitchFamily="34" charset="0"/>
              </a:rPr>
              <a:t>NORMA TERTINGGI </a:t>
            </a:r>
          </a:p>
          <a:p>
            <a:pPr algn="ctr"/>
            <a:r>
              <a:rPr lang="fi-FI" sz="1200" dirty="0" smtClean="0">
                <a:solidFill>
                  <a:srgbClr val="FFFF00"/>
                </a:solidFill>
                <a:latin typeface="Franklin Gothic Demi Cond" pitchFamily="34" charset="0"/>
              </a:rPr>
              <a:t>YANG MENDASARI </a:t>
            </a:r>
          </a:p>
          <a:p>
            <a:pPr algn="ctr"/>
            <a:r>
              <a:rPr lang="fi-FI" sz="1200" dirty="0" smtClean="0">
                <a:solidFill>
                  <a:srgbClr val="FFFF00"/>
                </a:solidFill>
                <a:latin typeface="Franklin Gothic Demi Cond" pitchFamily="34" charset="0"/>
              </a:rPr>
              <a:t>KESATUAN-KESATUAN SISTEM </a:t>
            </a:r>
            <a:r>
              <a:rPr lang="en-US" sz="1200" dirty="0" smtClean="0">
                <a:solidFill>
                  <a:srgbClr val="FFFF00"/>
                </a:solidFill>
                <a:latin typeface="Franklin Gothic Demi Cond" pitchFamily="34" charset="0"/>
              </a:rPr>
              <a:t>NORMA DALAM MASYARAKAT YANG TERATUR TERMASUK DI DALAMNYA </a:t>
            </a:r>
          </a:p>
          <a:p>
            <a:pPr algn="ctr"/>
            <a:r>
              <a:rPr lang="en-US" sz="1200" dirty="0" smtClean="0">
                <a:solidFill>
                  <a:srgbClr val="FFFF00"/>
                </a:solidFill>
                <a:latin typeface="Franklin Gothic Demi Cond" pitchFamily="34" charset="0"/>
              </a:rPr>
              <a:t>NEGARA YANG SIFATNYA TIDAK BERUBAH</a:t>
            </a:r>
            <a:endParaRPr lang="en-US" sz="1200" dirty="0">
              <a:solidFill>
                <a:srgbClr val="FFFF00"/>
              </a:solidFill>
              <a:latin typeface="Franklin Gothic Demi Cond" pitchFamily="34" charset="0"/>
            </a:endParaRPr>
          </a:p>
        </p:txBody>
      </p:sp>
      <p:sp>
        <p:nvSpPr>
          <p:cNvPr id="19" name="Down Arrow 18"/>
          <p:cNvSpPr/>
          <p:nvPr/>
        </p:nvSpPr>
        <p:spPr>
          <a:xfrm>
            <a:off x="1187624" y="2492896"/>
            <a:ext cx="972108" cy="576064"/>
          </a:xfrm>
          <a:prstGeom prst="downArrow">
            <a:avLst>
              <a:gd name="adj1" fmla="val 71843"/>
              <a:gd name="adj2" fmla="val 22396"/>
            </a:avLst>
          </a:prstGeom>
          <a:solidFill>
            <a:srgbClr val="C0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sz="1050" dirty="0" smtClean="0">
                <a:latin typeface="Franklin Gothic Demi Cond" pitchFamily="34" charset="0"/>
              </a:rPr>
              <a:t>SECARA </a:t>
            </a:r>
            <a:r>
              <a:rPr lang="en-US" sz="1050" u="sng" dirty="0" smtClean="0">
                <a:latin typeface="Franklin Gothic Demi Cond" pitchFamily="34" charset="0"/>
              </a:rPr>
              <a:t>TEORI</a:t>
            </a:r>
            <a:endParaRPr lang="id-ID" sz="1050" dirty="0">
              <a:solidFill>
                <a:srgbClr val="FFFF00"/>
              </a:solidFill>
              <a:latin typeface="Franklin Gothic Demi Cond" pitchFamily="34" charset="0"/>
            </a:endParaRPr>
          </a:p>
        </p:txBody>
      </p:sp>
      <p:sp>
        <p:nvSpPr>
          <p:cNvPr id="27" name="Rounded Rectangle 26"/>
          <p:cNvSpPr/>
          <p:nvPr/>
        </p:nvSpPr>
        <p:spPr>
          <a:xfrm>
            <a:off x="899592" y="3164496"/>
            <a:ext cx="1505052" cy="314740"/>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Franklin Gothic Demi Cond" pitchFamily="34" charset="0"/>
              </a:rPr>
              <a:t>NORMA DASAR</a:t>
            </a:r>
            <a:endParaRPr lang="en-US" sz="1400" dirty="0">
              <a:latin typeface="Franklin Gothic Demi Cond" pitchFamily="34" charset="0"/>
            </a:endParaRPr>
          </a:p>
        </p:txBody>
      </p:sp>
      <p:sp>
        <p:nvSpPr>
          <p:cNvPr id="6" name="Rounded Rectangle 5"/>
          <p:cNvSpPr/>
          <p:nvPr/>
        </p:nvSpPr>
        <p:spPr>
          <a:xfrm>
            <a:off x="3384376" y="3068960"/>
            <a:ext cx="1835696" cy="3231833"/>
          </a:xfrm>
          <a:prstGeom prst="roundRect">
            <a:avLst>
              <a:gd name="adj" fmla="val 3904"/>
            </a:avLst>
          </a:prstGeom>
          <a:solidFill>
            <a:schemeClr val="tx1"/>
          </a:solidFill>
          <a:ln>
            <a:solidFill>
              <a:schemeClr val="bg1"/>
            </a:solidFill>
          </a:ln>
        </p:spPr>
        <p:txBody>
          <a:bodyPr wrap="square">
            <a:spAutoFit/>
          </a:bodyPr>
          <a:lstStyle/>
          <a:p>
            <a:pPr algn="just"/>
            <a:r>
              <a:rPr lang="en-US" sz="1200" dirty="0" smtClean="0">
                <a:solidFill>
                  <a:schemeClr val="bg1"/>
                </a:solidFill>
                <a:latin typeface="Franklin Gothic Demi Cond" pitchFamily="34" charset="0"/>
              </a:rPr>
              <a:t>KEDUDUKAN DSR NEGARA BERBEDA DG KEDUDUKAN PERATURAN </a:t>
            </a:r>
            <a:r>
              <a:rPr lang="sv-SE" sz="1200" dirty="0" smtClean="0">
                <a:solidFill>
                  <a:schemeClr val="bg1"/>
                </a:solidFill>
                <a:latin typeface="Franklin Gothic Demi Cond" pitchFamily="34" charset="0"/>
              </a:rPr>
              <a:t>PERUNDANG-UNDANGAN KRN DASAR NEGARA MRPK SUMBER DR PERATURAN </a:t>
            </a:r>
            <a:r>
              <a:rPr lang="en-US" sz="1200" dirty="0" smtClean="0">
                <a:solidFill>
                  <a:schemeClr val="bg1"/>
                </a:solidFill>
                <a:latin typeface="Franklin Gothic Demi Cond" pitchFamily="34" charset="0"/>
              </a:rPr>
              <a:t>PERUNDANG -UNDANGAN.</a:t>
            </a:r>
          </a:p>
          <a:p>
            <a:pPr algn="just">
              <a:spcBef>
                <a:spcPts val="1200"/>
              </a:spcBef>
            </a:pPr>
            <a:r>
              <a:rPr lang="en-US" sz="1200" dirty="0" smtClean="0">
                <a:solidFill>
                  <a:schemeClr val="bg1"/>
                </a:solidFill>
                <a:latin typeface="Franklin Gothic Demi Cond" pitchFamily="34" charset="0"/>
              </a:rPr>
              <a:t>IMPLIKASI DR KEDUDUKAN DASAR NEGARA INI, MAKA DASAR NEGARA BERSIFAT PERMANEN SEMENTARA PERATURAN PERUNDANG-UNDANGAN BERSIFAT FLEKSIBEL DALAM ARTI DAPAT DIUBAH SESUAI DENGAN TUNTUTAN ZAMAN</a:t>
            </a:r>
            <a:endParaRPr lang="en-US" sz="1200" dirty="0">
              <a:solidFill>
                <a:schemeClr val="bg1"/>
              </a:solidFill>
              <a:latin typeface="Franklin Gothic Demi Cond" pitchFamily="34" charset="0"/>
            </a:endParaRPr>
          </a:p>
        </p:txBody>
      </p:sp>
      <p:sp>
        <p:nvSpPr>
          <p:cNvPr id="28" name="Rounded Rectangle 27"/>
          <p:cNvSpPr/>
          <p:nvPr/>
        </p:nvSpPr>
        <p:spPr>
          <a:xfrm>
            <a:off x="3211388" y="3430603"/>
            <a:ext cx="234989" cy="185463"/>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3218080" y="4417437"/>
            <a:ext cx="234989" cy="185463"/>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own Arrow 29"/>
          <p:cNvSpPr/>
          <p:nvPr/>
        </p:nvSpPr>
        <p:spPr>
          <a:xfrm>
            <a:off x="3707904" y="2348880"/>
            <a:ext cx="972108" cy="576064"/>
          </a:xfrm>
          <a:prstGeom prst="downArrow">
            <a:avLst>
              <a:gd name="adj1" fmla="val 71843"/>
              <a:gd name="adj2" fmla="val 22396"/>
            </a:avLst>
          </a:prstGeom>
          <a:solidFill>
            <a:schemeClr val="tx1"/>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lang="id-ID" sz="1200" dirty="0">
              <a:solidFill>
                <a:srgbClr val="FFFF00"/>
              </a:solidFill>
              <a:latin typeface="Franklin Gothic Demi Cond" pitchFamily="34" charset="0"/>
            </a:endParaRPr>
          </a:p>
        </p:txBody>
      </p:sp>
      <p:sp>
        <p:nvSpPr>
          <p:cNvPr id="31" name="Down Arrow 30"/>
          <p:cNvSpPr/>
          <p:nvPr/>
        </p:nvSpPr>
        <p:spPr>
          <a:xfrm rot="16200000">
            <a:off x="2099715" y="4162207"/>
            <a:ext cx="1902114" cy="435700"/>
          </a:xfrm>
          <a:prstGeom prst="downArrow">
            <a:avLst>
              <a:gd name="adj1" fmla="val 71843"/>
              <a:gd name="adj2" fmla="val 55349"/>
            </a:avLst>
          </a:prstGeom>
          <a:solidFill>
            <a:schemeClr val="tx1"/>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endParaRPr lang="id-ID" sz="1200" dirty="0">
              <a:solidFill>
                <a:srgbClr val="FFFF00"/>
              </a:solidFill>
              <a:latin typeface="Franklin Gothic Demi Cond" pitchFamily="34" charset="0"/>
            </a:endParaRPr>
          </a:p>
        </p:txBody>
      </p:sp>
      <p:grpSp>
        <p:nvGrpSpPr>
          <p:cNvPr id="5" name="Group 4"/>
          <p:cNvGrpSpPr/>
          <p:nvPr/>
        </p:nvGrpSpPr>
        <p:grpSpPr>
          <a:xfrm>
            <a:off x="6239070" y="2414196"/>
            <a:ext cx="2437386" cy="3967132"/>
            <a:chOff x="6239070" y="2414196"/>
            <a:chExt cx="2437386" cy="3967132"/>
          </a:xfrm>
        </p:grpSpPr>
        <p:sp>
          <p:nvSpPr>
            <p:cNvPr id="21" name="Oval 20"/>
            <p:cNvSpPr/>
            <p:nvPr/>
          </p:nvSpPr>
          <p:spPr>
            <a:xfrm>
              <a:off x="7024466" y="2414196"/>
              <a:ext cx="892560" cy="825817"/>
            </a:xfrm>
            <a:prstGeom prst="ellipse">
              <a:avLst/>
            </a:prstGeom>
            <a:solidFill>
              <a:srgbClr val="FFFF00"/>
            </a:solidFill>
            <a:ln>
              <a:solidFill>
                <a:srgbClr val="FF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rgbClr val="C00000"/>
                  </a:solidFill>
                  <a:latin typeface="Franklin Gothic Demi Cond" pitchFamily="34" charset="0"/>
                </a:rPr>
                <a:t>PANCASILA</a:t>
              </a:r>
              <a:endParaRPr lang="en-US" sz="800" dirty="0">
                <a:solidFill>
                  <a:srgbClr val="C00000"/>
                </a:solidFill>
                <a:latin typeface="Franklin Gothic Demi Cond" pitchFamily="34" charset="0"/>
              </a:endParaRPr>
            </a:p>
          </p:txBody>
        </p:sp>
        <p:graphicFrame>
          <p:nvGraphicFramePr>
            <p:cNvPr id="22" name="Diagram 21"/>
            <p:cNvGraphicFramePr/>
            <p:nvPr>
              <p:extLst>
                <p:ext uri="{D42A27DB-BD31-4B8C-83A1-F6EECF244321}">
                  <p14:modId xmlns:p14="http://schemas.microsoft.com/office/powerpoint/2010/main" val="1680732965"/>
                </p:ext>
              </p:extLst>
            </p:nvPr>
          </p:nvGraphicFramePr>
          <p:xfrm>
            <a:off x="6239070" y="3174697"/>
            <a:ext cx="2437386" cy="32066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sp>
        <p:nvSpPr>
          <p:cNvPr id="23" name="Down Arrow 22"/>
          <p:cNvSpPr/>
          <p:nvPr/>
        </p:nvSpPr>
        <p:spPr>
          <a:xfrm rot="16200000">
            <a:off x="5241123" y="3767990"/>
            <a:ext cx="1326050" cy="1224136"/>
          </a:xfrm>
          <a:prstGeom prst="downArrow">
            <a:avLst>
              <a:gd name="adj1" fmla="val 71843"/>
              <a:gd name="adj2" fmla="val 15066"/>
            </a:avLst>
          </a:prstGeom>
          <a:solidFill>
            <a:schemeClr val="tx1"/>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dirty="0">
                <a:latin typeface="Franklin Gothic Demi Cond" pitchFamily="34" charset="0"/>
              </a:rPr>
              <a:t>HIERARKI PERATURAN </a:t>
            </a:r>
            <a:r>
              <a:rPr lang="en-US" sz="800" u="sng" dirty="0" smtClean="0">
                <a:latin typeface="Franklin Gothic Demi Cond" pitchFamily="34" charset="0"/>
              </a:rPr>
              <a:t>PERUNDANG-UNDANGAN</a:t>
            </a:r>
          </a:p>
          <a:p>
            <a:pPr algn="ctr"/>
            <a:r>
              <a:rPr lang="en-US" sz="800" dirty="0" smtClean="0">
                <a:solidFill>
                  <a:srgbClr val="FFFF00"/>
                </a:solidFill>
                <a:latin typeface="Franklin Gothic Demi Cond" pitchFamily="34" charset="0"/>
              </a:rPr>
              <a:t>UU  </a:t>
            </a:r>
            <a:r>
              <a:rPr lang="en-US" sz="800" dirty="0">
                <a:solidFill>
                  <a:srgbClr val="FFFF00"/>
                </a:solidFill>
                <a:latin typeface="Franklin Gothic Demi Cond" pitchFamily="34" charset="0"/>
              </a:rPr>
              <a:t>12 </a:t>
            </a:r>
            <a:r>
              <a:rPr lang="en-US" sz="800" dirty="0" err="1">
                <a:solidFill>
                  <a:srgbClr val="FFFF00"/>
                </a:solidFill>
                <a:latin typeface="Franklin Gothic Demi Cond" pitchFamily="34" charset="0"/>
              </a:rPr>
              <a:t>tahun</a:t>
            </a:r>
            <a:r>
              <a:rPr lang="en-US" sz="800" dirty="0">
                <a:solidFill>
                  <a:srgbClr val="FFFF00"/>
                </a:solidFill>
                <a:latin typeface="Franklin Gothic Demi Cond" pitchFamily="34" charset="0"/>
              </a:rPr>
              <a:t> 2011</a:t>
            </a:r>
          </a:p>
        </p:txBody>
      </p:sp>
      <p:pic>
        <p:nvPicPr>
          <p:cNvPr id="24" name="Picture 37" descr="garuda"/>
          <p:cNvPicPr>
            <a:picLocks noChangeAspect="1" noChangeArrowheads="1"/>
          </p:cNvPicPr>
          <p:nvPr/>
        </p:nvPicPr>
        <p:blipFill>
          <a:blip r:embed="rId7"/>
          <a:srcRect/>
          <a:stretch>
            <a:fillRect/>
          </a:stretch>
        </p:blipFill>
        <p:spPr bwMode="auto">
          <a:xfrm>
            <a:off x="8115436" y="217274"/>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2715704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0-#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par>
                                <p:cTn id="9" presetID="21" presetClass="entr" presetSubtype="1"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1)">
                                      <p:cBhvr>
                                        <p:cTn id="11" dur="20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up)">
                                      <p:cBhvr>
                                        <p:cTn id="24" dur="500"/>
                                        <p:tgtEl>
                                          <p:spTgt spid="19"/>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barn(inVertical)">
                                      <p:cBhvr>
                                        <p:cTn id="27" dur="500"/>
                                        <p:tgtEl>
                                          <p:spTgt spid="27"/>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left)">
                                      <p:cBhvr>
                                        <p:cTn id="35" dur="500"/>
                                        <p:tgtEl>
                                          <p:spTgt spid="30"/>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left)">
                                      <p:cBhvr>
                                        <p:cTn id="38" dur="500"/>
                                        <p:tgtEl>
                                          <p:spTgt spid="31"/>
                                        </p:tgtEl>
                                      </p:cBhvr>
                                    </p:animEffect>
                                  </p:childTnLst>
                                </p:cTn>
                              </p:par>
                              <p:par>
                                <p:cTn id="39" presetID="16" presetClass="entr" presetSubtype="42"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barn(outHorizontal)">
                                      <p:cBhvr>
                                        <p:cTn id="41" dur="20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par>
                                <p:cTn id="47" presetID="22" presetClass="entr" presetSubtype="1"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up)">
                                      <p:cBhvr>
                                        <p:cTn id="4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2" grpId="0"/>
      <p:bldP spid="4" grpId="0"/>
      <p:bldP spid="19" grpId="0" animBg="1"/>
      <p:bldP spid="27" grpId="0" animBg="1"/>
      <p:bldP spid="6" grpId="0" animBg="1"/>
      <p:bldP spid="30" grpId="0" animBg="1"/>
      <p:bldP spid="31"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p:cNvSpPr/>
          <p:nvPr/>
        </p:nvSpPr>
        <p:spPr>
          <a:xfrm>
            <a:off x="395536" y="3351718"/>
            <a:ext cx="8635047" cy="3317642"/>
          </a:xfrm>
          <a:prstGeom prst="roundRect">
            <a:avLst>
              <a:gd name="adj" fmla="val 2316"/>
            </a:avLst>
          </a:prstGeom>
          <a:solidFill>
            <a:srgbClr val="005426"/>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Rounded Rectangle 25"/>
          <p:cNvSpPr/>
          <p:nvPr/>
        </p:nvSpPr>
        <p:spPr>
          <a:xfrm>
            <a:off x="395535" y="111358"/>
            <a:ext cx="8635047" cy="3173626"/>
          </a:xfrm>
          <a:prstGeom prst="roundRect">
            <a:avLst>
              <a:gd name="adj" fmla="val 2316"/>
            </a:avLst>
          </a:prstGeom>
          <a:solidFill>
            <a:srgbClr val="005426"/>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ounded Rectangle 6"/>
          <p:cNvSpPr/>
          <p:nvPr/>
        </p:nvSpPr>
        <p:spPr>
          <a:xfrm>
            <a:off x="830542" y="184872"/>
            <a:ext cx="8061938" cy="770384"/>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id-ID" sz="2800" dirty="0">
                <a:solidFill>
                  <a:schemeClr val="bg1"/>
                </a:solidFill>
                <a:latin typeface="Franklin Gothic Demi Cond" pitchFamily="34" charset="0"/>
              </a:rPr>
              <a:t>KAJIAN PANCASILA SEBAGAI DASAR NEGARA</a:t>
            </a:r>
            <a:endParaRPr lang="id-ID" sz="2800" dirty="0">
              <a:solidFill>
                <a:srgbClr val="3E1B59"/>
              </a:solidFill>
              <a:latin typeface="Bernard MT Condensed" pitchFamily="18" charset="0"/>
            </a:endParaRPr>
          </a:p>
        </p:txBody>
      </p:sp>
      <p:sp>
        <p:nvSpPr>
          <p:cNvPr id="2" name="Rounded Rectangle 1"/>
          <p:cNvSpPr/>
          <p:nvPr/>
        </p:nvSpPr>
        <p:spPr>
          <a:xfrm>
            <a:off x="611560" y="116632"/>
            <a:ext cx="914400" cy="914400"/>
          </a:xfrm>
          <a:prstGeom prst="roundRect">
            <a:avLst/>
          </a:prstGeom>
          <a:solidFill>
            <a:srgbClr val="7030A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lumMod val="95000"/>
                  </a:schemeClr>
                </a:solidFill>
                <a:latin typeface="Bernard MT Condensed" pitchFamily="18" charset="0"/>
              </a:rPr>
              <a:t>B</a:t>
            </a:r>
            <a:endParaRPr lang="id-ID" sz="3600" dirty="0">
              <a:solidFill>
                <a:schemeClr val="bg1">
                  <a:lumMod val="95000"/>
                </a:schemeClr>
              </a:solidFill>
              <a:latin typeface="Bernard MT Condensed"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1129679"/>
            <a:ext cx="5544616" cy="208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ounded Rectangle 4"/>
          <p:cNvSpPr/>
          <p:nvPr/>
        </p:nvSpPr>
        <p:spPr>
          <a:xfrm>
            <a:off x="111018" y="1344088"/>
            <a:ext cx="2444758" cy="1379101"/>
          </a:xfrm>
          <a:prstGeom prst="roundRect">
            <a:avLst>
              <a:gd name="adj" fmla="val 9563"/>
            </a:avLst>
          </a:prstGeom>
          <a:solidFill>
            <a:schemeClr val="bg1"/>
          </a:solidFill>
          <a:ln>
            <a:solidFill>
              <a:srgbClr val="005426"/>
            </a:solidFill>
          </a:ln>
        </p:spPr>
        <p:txBody>
          <a:bodyPr wrap="square">
            <a:spAutoFit/>
          </a:bodyPr>
          <a:lstStyle/>
          <a:p>
            <a:r>
              <a:rPr lang="en-US" sz="1400" dirty="0" smtClean="0">
                <a:latin typeface="Franklin Gothic Demi Cond" pitchFamily="34" charset="0"/>
              </a:rPr>
              <a:t>ANDA MUNGKIN BERTANYA :</a:t>
            </a:r>
          </a:p>
          <a:p>
            <a:pPr marL="285750" indent="-285750">
              <a:buFont typeface="Wingdings" pitchFamily="2" charset="2"/>
              <a:buChar char="ü"/>
            </a:pPr>
            <a:r>
              <a:rPr lang="en-US" sz="1400" dirty="0" smtClean="0">
                <a:solidFill>
                  <a:srgbClr val="C00000"/>
                </a:solidFill>
                <a:latin typeface="Franklin Gothic Demi Cond" pitchFamily="34" charset="0"/>
              </a:rPr>
              <a:t>BENARKAH PANCASILA ITU DIPERLUKAN SEBAGAI DASAR NEGARA? </a:t>
            </a:r>
          </a:p>
          <a:p>
            <a:pPr marL="285750" indent="-285750">
              <a:spcBef>
                <a:spcPts val="600"/>
              </a:spcBef>
              <a:buFont typeface="Wingdings" pitchFamily="2" charset="2"/>
              <a:buChar char="ü"/>
            </a:pPr>
            <a:r>
              <a:rPr lang="en-US" sz="1400" dirty="0" smtClean="0">
                <a:solidFill>
                  <a:srgbClr val="C00000"/>
                </a:solidFill>
                <a:latin typeface="Franklin Gothic Demi Cond" pitchFamily="34" charset="0"/>
              </a:rPr>
              <a:t>APA BUKTINYA ?</a:t>
            </a:r>
            <a:endParaRPr lang="en-US" sz="1400" dirty="0">
              <a:solidFill>
                <a:srgbClr val="C00000"/>
              </a:solidFill>
              <a:latin typeface="Franklin Gothic Demi Cond" pitchFamily="34" charset="0"/>
            </a:endParaRPr>
          </a:p>
        </p:txBody>
      </p:sp>
      <p:sp>
        <p:nvSpPr>
          <p:cNvPr id="10" name="Rectangle 9"/>
          <p:cNvSpPr/>
          <p:nvPr/>
        </p:nvSpPr>
        <p:spPr>
          <a:xfrm>
            <a:off x="3635896" y="1166262"/>
            <a:ext cx="5394687" cy="2046714"/>
          </a:xfrm>
          <a:prstGeom prst="rect">
            <a:avLst/>
          </a:prstGeom>
        </p:spPr>
        <p:txBody>
          <a:bodyPr wrap="square">
            <a:spAutoFit/>
          </a:bodyPr>
          <a:lstStyle/>
          <a:p>
            <a:pPr>
              <a:spcBef>
                <a:spcPts val="600"/>
              </a:spcBef>
            </a:pPr>
            <a:r>
              <a:rPr lang="en-US" sz="1400" dirty="0" smtClean="0">
                <a:solidFill>
                  <a:srgbClr val="FFFF00"/>
                </a:solidFill>
                <a:latin typeface="Franklin Gothic Demi Cond" pitchFamily="34" charset="0"/>
              </a:rPr>
              <a:t>APAKAH ANDA MEMPUNYAI KENDARAAN?</a:t>
            </a:r>
          </a:p>
          <a:p>
            <a:pPr>
              <a:spcBef>
                <a:spcPts val="600"/>
              </a:spcBef>
            </a:pPr>
            <a:r>
              <a:rPr lang="en-US" sz="1400" dirty="0" smtClean="0">
                <a:solidFill>
                  <a:srgbClr val="FFFF00"/>
                </a:solidFill>
                <a:latin typeface="Franklin Gothic Demi Cond" pitchFamily="34" charset="0"/>
              </a:rPr>
              <a:t>APA YANG HARUS ANDA LAKUKAN JIKA TIDAK ADA JALAN YANG DAPAT DILALUI? </a:t>
            </a:r>
          </a:p>
          <a:p>
            <a:pPr>
              <a:spcBef>
                <a:spcPts val="600"/>
              </a:spcBef>
            </a:pPr>
            <a:r>
              <a:rPr lang="fi-FI" sz="1400" dirty="0" smtClean="0">
                <a:solidFill>
                  <a:srgbClr val="FFFF00"/>
                </a:solidFill>
                <a:latin typeface="Franklin Gothic Demi Cond" pitchFamily="34" charset="0"/>
              </a:rPr>
              <a:t>PANCASILA SEPERTI JALAN ASPAL YANG MEMBERIKAN ARAH KEMANA KENDARAAN ITU </a:t>
            </a:r>
            <a:r>
              <a:rPr lang="en-US" sz="1400" dirty="0" smtClean="0">
                <a:solidFill>
                  <a:srgbClr val="FFFF00"/>
                </a:solidFill>
                <a:latin typeface="Franklin Gothic Demi Cond" pitchFamily="34" charset="0"/>
              </a:rPr>
              <a:t>DAPAT DIBAWA TANPA ADA KERUSAKAN. </a:t>
            </a:r>
          </a:p>
          <a:p>
            <a:pPr>
              <a:spcBef>
                <a:spcPts val="600"/>
              </a:spcBef>
            </a:pPr>
            <a:r>
              <a:rPr lang="en-US" sz="1400" dirty="0" smtClean="0">
                <a:solidFill>
                  <a:srgbClr val="FFFF00"/>
                </a:solidFill>
                <a:latin typeface="Franklin Gothic Demi Cond" pitchFamily="34" charset="0"/>
              </a:rPr>
              <a:t>BERBEDA DENGAN JALAN YANG TIDAK DIASPAL, MESKIPUN KENDARAAN DAPAT BERJALAN TETAPI DALAM WAKTU YANG SINGKAT KENDARAAN ANDA AKAN CEPAT RUSAK.</a:t>
            </a:r>
            <a:endParaRPr lang="en-US" sz="1400" dirty="0">
              <a:solidFill>
                <a:srgbClr val="FFFF00"/>
              </a:solidFill>
              <a:latin typeface="Franklin Gothic Demi Cond" pitchFamily="34" charset="0"/>
            </a:endParaRPr>
          </a:p>
        </p:txBody>
      </p:sp>
      <p:sp>
        <p:nvSpPr>
          <p:cNvPr id="21" name="Down Arrow 20"/>
          <p:cNvSpPr/>
          <p:nvPr/>
        </p:nvSpPr>
        <p:spPr>
          <a:xfrm rot="16200000">
            <a:off x="2620668" y="1549676"/>
            <a:ext cx="972108" cy="914332"/>
          </a:xfrm>
          <a:prstGeom prst="downArrow">
            <a:avLst>
              <a:gd name="adj1" fmla="val 71843"/>
              <a:gd name="adj2" fmla="val 20490"/>
            </a:avLst>
          </a:prstGeom>
          <a:solidFill>
            <a:srgbClr val="C00000"/>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50" dirty="0" smtClean="0">
                <a:latin typeface="Franklin Gothic Demi Cond" pitchFamily="34" charset="0"/>
              </a:rPr>
              <a:t>ANALOGINYA</a:t>
            </a:r>
            <a:endParaRPr lang="id-ID" sz="1050" dirty="0">
              <a:solidFill>
                <a:srgbClr val="FFFF00"/>
              </a:solidFill>
              <a:latin typeface="Franklin Gothic Demi Cond" pitchFamily="34" charset="0"/>
            </a:endParaRPr>
          </a:p>
        </p:txBody>
      </p:sp>
      <p:sp>
        <p:nvSpPr>
          <p:cNvPr id="20" name="Rectangle 19"/>
          <p:cNvSpPr/>
          <p:nvPr/>
        </p:nvSpPr>
        <p:spPr>
          <a:xfrm>
            <a:off x="1018152" y="3429000"/>
            <a:ext cx="7802320" cy="461665"/>
          </a:xfrm>
          <a:prstGeom prst="rect">
            <a:avLst/>
          </a:prstGeom>
        </p:spPr>
        <p:txBody>
          <a:bodyPr wrap="square">
            <a:spAutoFit/>
          </a:bodyPr>
          <a:lstStyle/>
          <a:p>
            <a:pPr algn="just"/>
            <a:r>
              <a:rPr lang="en-US" sz="1200" dirty="0" smtClean="0">
                <a:solidFill>
                  <a:schemeClr val="bg1"/>
                </a:solidFill>
                <a:latin typeface="Franklin Gothic Demi Cond" pitchFamily="34" charset="0"/>
              </a:rPr>
              <a:t>PANCASILA MRPK PANDANGAN HIDUP DAN KEPRIBADIAN BANGSA YANG NILAI-NILAINYA BERSIFAT NASIONAL YANG MENDASARI KEBUDAYAAN BANGSA, MAKA NILAI-NILAI TERSEBUT MERUPAKAN PERWUJUDAN DARI ASPIRASI (CITACITA HIDUP BANGSA) </a:t>
            </a:r>
            <a:endParaRPr lang="en-US" sz="1200" dirty="0">
              <a:solidFill>
                <a:schemeClr val="bg1"/>
              </a:solidFill>
              <a:latin typeface="Franklin Gothic Demi Cond" pitchFamily="34" charset="0"/>
            </a:endParaRPr>
          </a:p>
        </p:txBody>
      </p:sp>
      <p:sp>
        <p:nvSpPr>
          <p:cNvPr id="22" name="Rectangle 21"/>
          <p:cNvSpPr/>
          <p:nvPr/>
        </p:nvSpPr>
        <p:spPr>
          <a:xfrm>
            <a:off x="1018152" y="3861048"/>
            <a:ext cx="7802320" cy="646331"/>
          </a:xfrm>
          <a:prstGeom prst="rect">
            <a:avLst/>
          </a:prstGeom>
        </p:spPr>
        <p:txBody>
          <a:bodyPr wrap="square">
            <a:spAutoFit/>
          </a:bodyPr>
          <a:lstStyle/>
          <a:p>
            <a:pPr algn="just"/>
            <a:r>
              <a:rPr lang="en-US" sz="1200" dirty="0" smtClean="0">
                <a:solidFill>
                  <a:srgbClr val="FFFF00"/>
                </a:solidFill>
                <a:latin typeface="Franklin Gothic Demi Cond" pitchFamily="34" charset="0"/>
              </a:rPr>
              <a:t>DG PANCASILA, PERPECAHAN BANGSA INDONESIA AKAN MUDAH DIHINDARI KRN PANDANGAN PANCASILA BERTUMPU PADA POLA HIDUP YG BERDASARKAN KESEIMBANGAN, KESELARASAN, DAN KESERASIAN SHG PERBEDAAN APAPUN YG ADA DAPAT DIBINA MENJADI SUATU POLA KEHIDUPAN YG DINAMIS, PENUH </a:t>
            </a:r>
            <a:r>
              <a:rPr lang="sv-SE" sz="1200" dirty="0" smtClean="0">
                <a:solidFill>
                  <a:srgbClr val="FFFF00"/>
                </a:solidFill>
                <a:latin typeface="Franklin Gothic Demi Cond" pitchFamily="34" charset="0"/>
              </a:rPr>
              <a:t>DG KEANEKARAGAMAN YG BERADA DLM SATU KESERAGAMAN YG KOKOH</a:t>
            </a:r>
            <a:endParaRPr lang="en-US" sz="1200" dirty="0">
              <a:solidFill>
                <a:srgbClr val="FFFF00"/>
              </a:solidFill>
              <a:latin typeface="Franklin Gothic Demi Cond" pitchFamily="34" charset="0"/>
            </a:endParaRPr>
          </a:p>
        </p:txBody>
      </p:sp>
      <p:sp>
        <p:nvSpPr>
          <p:cNvPr id="23" name="Rectangle 22"/>
          <p:cNvSpPr/>
          <p:nvPr/>
        </p:nvSpPr>
        <p:spPr>
          <a:xfrm>
            <a:off x="1018152" y="4509120"/>
            <a:ext cx="7802320" cy="1015663"/>
          </a:xfrm>
          <a:prstGeom prst="rect">
            <a:avLst/>
          </a:prstGeom>
        </p:spPr>
        <p:txBody>
          <a:bodyPr wrap="square">
            <a:spAutoFit/>
          </a:bodyPr>
          <a:lstStyle/>
          <a:p>
            <a:pPr algn="just"/>
            <a:r>
              <a:rPr lang="sv-SE" sz="1200" dirty="0" smtClean="0">
                <a:solidFill>
                  <a:schemeClr val="bg1"/>
                </a:solidFill>
                <a:latin typeface="Franklin Gothic Demi Cond" pitchFamily="34" charset="0"/>
              </a:rPr>
              <a:t>DENGAN PERATURAN YG BERLANDASKAN NILAI-NILAI PANCASILA, MAKA PERASAAN ADIL </a:t>
            </a:r>
            <a:r>
              <a:rPr lang="en-US" sz="1200" dirty="0" smtClean="0">
                <a:solidFill>
                  <a:schemeClr val="bg1"/>
                </a:solidFill>
                <a:latin typeface="Franklin Gothic Demi Cond" pitchFamily="34" charset="0"/>
              </a:rPr>
              <a:t>DAN TIDAK ADIL DAPAT DIMINIMALKAN. HAL TERSEBUT DIKARENAKAN PANCASILA SBG DASAR NEGARA MENAUNGI DAN MEMBERIKAN GAMBARAN YG JELAS TENTANG PERATURAN TERSEBUT BERLAKU UNTUK SEMUA TANPA ADA PERLAKUAN DISKRIMINATIF BAGI SIAPAPUN. OLEH KARENA ITULAH, PANCASILA MEMBERIKAN ARAH TENTANG HUKUM HARUS MENCIPTAKAN KEADAAN NEGARA YANG LEBIH BAIK DENGAN BERLANDASKAN </a:t>
            </a:r>
            <a:r>
              <a:rPr lang="fi-FI" sz="1200" dirty="0" smtClean="0">
                <a:solidFill>
                  <a:schemeClr val="bg1"/>
                </a:solidFill>
                <a:latin typeface="Franklin Gothic Demi Cond" pitchFamily="34" charset="0"/>
              </a:rPr>
              <a:t>PADA NILAI-NILAI KETUHANAN, KEMANUSIAAN, PERSATUAN, KERAKYATAN, DAN KEADILAN</a:t>
            </a:r>
            <a:endParaRPr lang="en-US" sz="1200" dirty="0">
              <a:solidFill>
                <a:schemeClr val="bg1"/>
              </a:solidFill>
              <a:latin typeface="Franklin Gothic Demi Cond" pitchFamily="34" charset="0"/>
            </a:endParaRPr>
          </a:p>
        </p:txBody>
      </p:sp>
      <p:sp>
        <p:nvSpPr>
          <p:cNvPr id="24" name="Rectangle 23"/>
          <p:cNvSpPr/>
          <p:nvPr/>
        </p:nvSpPr>
        <p:spPr>
          <a:xfrm>
            <a:off x="1018152" y="5509681"/>
            <a:ext cx="7802320" cy="1200329"/>
          </a:xfrm>
          <a:prstGeom prst="rect">
            <a:avLst/>
          </a:prstGeom>
          <a:solidFill>
            <a:srgbClr val="500000"/>
          </a:solidFill>
        </p:spPr>
        <p:txBody>
          <a:bodyPr wrap="square">
            <a:spAutoFit/>
          </a:bodyPr>
          <a:lstStyle/>
          <a:p>
            <a:pPr algn="just"/>
            <a:r>
              <a:rPr lang="en-US" sz="1200" dirty="0" smtClean="0">
                <a:solidFill>
                  <a:srgbClr val="FFFF00"/>
                </a:solidFill>
                <a:latin typeface="Franklin Gothic Demi Cond" pitchFamily="34" charset="0"/>
              </a:rPr>
              <a:t>DG DEMIKIAN, DIHARAPKAN WARGA NEGARA DPT MEMAHAMI DAN MELAKSANAKAN PANCASILA DALAM KEHIDUPAN SEHARI-HARI, DIMULAI DARI KEGIATAN </a:t>
            </a:r>
            <a:r>
              <a:rPr lang="en-US" sz="1200" dirty="0" err="1" smtClean="0">
                <a:solidFill>
                  <a:srgbClr val="FFFF00"/>
                </a:solidFill>
                <a:latin typeface="Franklin Gothic Demi Cond" pitchFamily="34" charset="0"/>
              </a:rPr>
              <a:t>KEGIATAN</a:t>
            </a:r>
            <a:r>
              <a:rPr lang="en-US" sz="1200" dirty="0" smtClean="0">
                <a:solidFill>
                  <a:srgbClr val="FFFF00"/>
                </a:solidFill>
                <a:latin typeface="Franklin Gothic Demi Cond" pitchFamily="34" charset="0"/>
              </a:rPr>
              <a:t> </a:t>
            </a:r>
            <a:r>
              <a:rPr lang="sv-SE" sz="1200" dirty="0" smtClean="0">
                <a:solidFill>
                  <a:srgbClr val="FFFF00"/>
                </a:solidFill>
                <a:latin typeface="Franklin Gothic Demi Cond" pitchFamily="34" charset="0"/>
              </a:rPr>
              <a:t>SEDERHANA YANG MENGGAMBARKAN HADIRNYA NILAI-NILAI PANCASILA TERSEBUT DALAM MASYARAKAT. MISALNYA SAJA, MASYARAKAT SELALU BAHU-MEMBAHU </a:t>
            </a:r>
            <a:r>
              <a:rPr lang="en-US" sz="1200" dirty="0" smtClean="0">
                <a:solidFill>
                  <a:srgbClr val="FFFF00"/>
                </a:solidFill>
                <a:latin typeface="Franklin Gothic Demi Cond" pitchFamily="34" charset="0"/>
              </a:rPr>
              <a:t>DALAM IKUT BERPARTISIPASI MEMBERSIHKAN LINGKUNGAN, SALING MENOLONG, DAN </a:t>
            </a:r>
            <a:r>
              <a:rPr lang="fi-FI" sz="1200" dirty="0" smtClean="0">
                <a:solidFill>
                  <a:srgbClr val="FFFF00"/>
                </a:solidFill>
                <a:latin typeface="Franklin Gothic Demi Cond" pitchFamily="34" charset="0"/>
              </a:rPr>
              <a:t>MENJAGA SATU SAMA LAIN. </a:t>
            </a:r>
          </a:p>
          <a:p>
            <a:pPr algn="just"/>
            <a:r>
              <a:rPr lang="fi-FI" sz="1200" dirty="0" smtClean="0">
                <a:solidFill>
                  <a:schemeClr val="bg1"/>
                </a:solidFill>
                <a:latin typeface="Franklin Gothic Demi Cond" pitchFamily="34" charset="0"/>
              </a:rPr>
              <a:t>HAL TERSEBUT MENGINDIKASIKAN BAHWA NILAI-NILAI </a:t>
            </a:r>
            <a:r>
              <a:rPr lang="en-US" sz="1200" dirty="0" smtClean="0">
                <a:solidFill>
                  <a:schemeClr val="bg1"/>
                </a:solidFill>
                <a:latin typeface="Franklin Gothic Demi Cond" pitchFamily="34" charset="0"/>
              </a:rPr>
              <a:t>PANCASILA TELAH TERINTERNALISASI DALAM KEHIDUPAN BERMASYARAKAT</a:t>
            </a:r>
            <a:r>
              <a:rPr lang="en-US" sz="1200" dirty="0" smtClean="0">
                <a:solidFill>
                  <a:srgbClr val="FFFF00"/>
                </a:solidFill>
                <a:latin typeface="Franklin Gothic Demi Cond" pitchFamily="34" charset="0"/>
              </a:rPr>
              <a:t>.</a:t>
            </a:r>
            <a:endParaRPr lang="en-US" sz="1200" dirty="0">
              <a:solidFill>
                <a:srgbClr val="FFFF00"/>
              </a:solidFill>
              <a:latin typeface="Franklin Gothic Demi Cond" pitchFamily="34" charset="0"/>
            </a:endParaRPr>
          </a:p>
        </p:txBody>
      </p:sp>
      <p:sp>
        <p:nvSpPr>
          <p:cNvPr id="25" name="Rounded Rectangle 24"/>
          <p:cNvSpPr/>
          <p:nvPr/>
        </p:nvSpPr>
        <p:spPr>
          <a:xfrm>
            <a:off x="899592" y="3511894"/>
            <a:ext cx="97160" cy="288032"/>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910478" y="3983292"/>
            <a:ext cx="97160" cy="288032"/>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910478" y="4620478"/>
            <a:ext cx="97160" cy="288032"/>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p:cNvSpPr/>
          <p:nvPr/>
        </p:nvSpPr>
        <p:spPr>
          <a:xfrm>
            <a:off x="921364" y="5617704"/>
            <a:ext cx="97160" cy="288032"/>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8394338" y="6453336"/>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9</a:t>
            </a:r>
            <a:endParaRPr lang="id-ID" dirty="0">
              <a:solidFill>
                <a:srgbClr val="FFC000"/>
              </a:solidFill>
              <a:latin typeface="Franklin Gothic Demi Cond" pitchFamily="34" charset="0"/>
            </a:endParaRPr>
          </a:p>
        </p:txBody>
      </p:sp>
      <p:pic>
        <p:nvPicPr>
          <p:cNvPr id="19" name="Picture 37" descr="garuda"/>
          <p:cNvPicPr>
            <a:picLocks noChangeAspect="1" noChangeArrowheads="1"/>
          </p:cNvPicPr>
          <p:nvPr/>
        </p:nvPicPr>
        <p:blipFill>
          <a:blip r:embed="rId3"/>
          <a:srcRect/>
          <a:stretch>
            <a:fillRect/>
          </a:stretch>
        </p:blipFill>
        <p:spPr bwMode="auto">
          <a:xfrm>
            <a:off x="8115436" y="217274"/>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7112788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p:cNvSpPr/>
          <p:nvPr/>
        </p:nvSpPr>
        <p:spPr>
          <a:xfrm>
            <a:off x="1525960" y="1340768"/>
            <a:ext cx="2253952" cy="972108"/>
          </a:xfrm>
          <a:prstGeom prst="roundRect">
            <a:avLst>
              <a:gd name="adj" fmla="val 7915"/>
            </a:avLst>
          </a:prstGeom>
          <a:solidFill>
            <a:srgbClr val="005426"/>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Franklin Gothic Demi Cond" pitchFamily="34" charset="0"/>
              </a:rPr>
              <a:t>SUMBER </a:t>
            </a:r>
            <a:r>
              <a:rPr lang="en-US" dirty="0" smtClean="0">
                <a:solidFill>
                  <a:schemeClr val="bg1"/>
                </a:solidFill>
                <a:latin typeface="Franklin Gothic Demi Cond" pitchFamily="34" charset="0"/>
              </a:rPr>
              <a:t>YURIDIS PANCASILA SBG DASAR NEGARA</a:t>
            </a:r>
            <a:endParaRPr lang="id-ID" dirty="0"/>
          </a:p>
        </p:txBody>
      </p:sp>
      <p:sp>
        <p:nvSpPr>
          <p:cNvPr id="15" name="Rounded Rectangle 14"/>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10</a:t>
            </a:r>
            <a:endParaRPr lang="id-ID" dirty="0">
              <a:solidFill>
                <a:srgbClr val="FFC000"/>
              </a:solidFill>
              <a:latin typeface="Franklin Gothic Demi Cond" pitchFamily="34" charset="0"/>
            </a:endParaRPr>
          </a:p>
        </p:txBody>
      </p:sp>
      <p:sp>
        <p:nvSpPr>
          <p:cNvPr id="7" name="Rounded Rectangle 6"/>
          <p:cNvSpPr/>
          <p:nvPr/>
        </p:nvSpPr>
        <p:spPr>
          <a:xfrm>
            <a:off x="830542" y="184872"/>
            <a:ext cx="8061938" cy="846160"/>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smtClean="0">
                <a:solidFill>
                  <a:schemeClr val="bg1"/>
                </a:solidFill>
                <a:latin typeface="Franklin Gothic Demi Cond" pitchFamily="34" charset="0"/>
              </a:rPr>
              <a:t>SUMBER YURIDIS, HISTORIS, SOSIOLOGIS, POLITIS </a:t>
            </a:r>
            <a:r>
              <a:rPr lang="id-ID" sz="2800" dirty="0" smtClean="0">
                <a:solidFill>
                  <a:schemeClr val="bg1"/>
                </a:solidFill>
                <a:latin typeface="Franklin Gothic Demi Cond" pitchFamily="34" charset="0"/>
              </a:rPr>
              <a:t>PANCASILA </a:t>
            </a:r>
            <a:r>
              <a:rPr lang="en-US" sz="2800" dirty="0" smtClean="0">
                <a:solidFill>
                  <a:schemeClr val="bg1"/>
                </a:solidFill>
                <a:latin typeface="Franklin Gothic Demi Cond" pitchFamily="34" charset="0"/>
              </a:rPr>
              <a:t> SEBAGAI DASAR NEGARA</a:t>
            </a:r>
            <a:endParaRPr lang="id-ID" sz="2800" dirty="0">
              <a:solidFill>
                <a:srgbClr val="3E1B59"/>
              </a:solidFill>
              <a:latin typeface="Bernard MT Condensed" pitchFamily="18" charset="0"/>
            </a:endParaRPr>
          </a:p>
        </p:txBody>
      </p:sp>
      <p:sp>
        <p:nvSpPr>
          <p:cNvPr id="2" name="Rounded Rectangle 1"/>
          <p:cNvSpPr/>
          <p:nvPr/>
        </p:nvSpPr>
        <p:spPr>
          <a:xfrm>
            <a:off x="467544" y="116632"/>
            <a:ext cx="914400" cy="914400"/>
          </a:xfrm>
          <a:prstGeom prst="roundRect">
            <a:avLst/>
          </a:prstGeom>
          <a:solidFill>
            <a:srgbClr val="7030A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lumMod val="95000"/>
                  </a:schemeClr>
                </a:solidFill>
                <a:latin typeface="Bernard MT Condensed" pitchFamily="18" charset="0"/>
              </a:rPr>
              <a:t>C</a:t>
            </a:r>
            <a:endParaRPr lang="id-ID" sz="3600" dirty="0">
              <a:solidFill>
                <a:schemeClr val="bg1">
                  <a:lumMod val="95000"/>
                </a:schemeClr>
              </a:solidFill>
              <a:latin typeface="Bernard MT Condensed" pitchFamily="18" charset="0"/>
            </a:endParaRPr>
          </a:p>
        </p:txBody>
      </p:sp>
      <p:sp>
        <p:nvSpPr>
          <p:cNvPr id="19" name="Rounded Rectangle 18"/>
          <p:cNvSpPr/>
          <p:nvPr/>
        </p:nvSpPr>
        <p:spPr>
          <a:xfrm>
            <a:off x="1525892" y="3248980"/>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HISTORIS PANCASILA SBG DASAR NEGARA</a:t>
            </a:r>
            <a:endParaRPr lang="id-ID" dirty="0">
              <a:solidFill>
                <a:srgbClr val="005426"/>
              </a:solidFill>
            </a:endParaRPr>
          </a:p>
        </p:txBody>
      </p:sp>
      <p:sp>
        <p:nvSpPr>
          <p:cNvPr id="27" name="Rounded Rectangle 26"/>
          <p:cNvSpPr/>
          <p:nvPr/>
        </p:nvSpPr>
        <p:spPr>
          <a:xfrm>
            <a:off x="1525960" y="4329100"/>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SOSIOLOGIS PANCASILA SBG DASAR NEGARA</a:t>
            </a:r>
            <a:endParaRPr lang="id-ID" dirty="0">
              <a:solidFill>
                <a:srgbClr val="005426"/>
              </a:solidFill>
            </a:endParaRPr>
          </a:p>
        </p:txBody>
      </p:sp>
      <p:sp>
        <p:nvSpPr>
          <p:cNvPr id="32" name="Rounded Rectangle 31"/>
          <p:cNvSpPr/>
          <p:nvPr/>
        </p:nvSpPr>
        <p:spPr>
          <a:xfrm>
            <a:off x="1525892" y="5409220"/>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POLITIS PANCASILA SBG DASAR NEGARA</a:t>
            </a:r>
            <a:endParaRPr lang="id-ID" dirty="0">
              <a:solidFill>
                <a:srgbClr val="005426"/>
              </a:solidFill>
            </a:endParaRPr>
          </a:p>
        </p:txBody>
      </p:sp>
      <p:sp>
        <p:nvSpPr>
          <p:cNvPr id="33" name="Oval 32"/>
          <p:cNvSpPr/>
          <p:nvPr/>
        </p:nvSpPr>
        <p:spPr>
          <a:xfrm>
            <a:off x="1331640" y="1556792"/>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1</a:t>
            </a:r>
            <a:endParaRPr lang="en-US" dirty="0">
              <a:latin typeface="Bernard MT Condensed" pitchFamily="18" charset="0"/>
            </a:endParaRPr>
          </a:p>
        </p:txBody>
      </p:sp>
      <p:sp>
        <p:nvSpPr>
          <p:cNvPr id="34" name="Oval 33"/>
          <p:cNvSpPr/>
          <p:nvPr/>
        </p:nvSpPr>
        <p:spPr>
          <a:xfrm>
            <a:off x="1331640" y="3465004"/>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2</a:t>
            </a:r>
            <a:endParaRPr lang="en-US" dirty="0">
              <a:latin typeface="Bernard MT Condensed" pitchFamily="18" charset="0"/>
            </a:endParaRPr>
          </a:p>
        </p:txBody>
      </p:sp>
      <p:sp>
        <p:nvSpPr>
          <p:cNvPr id="35" name="Oval 34"/>
          <p:cNvSpPr/>
          <p:nvPr/>
        </p:nvSpPr>
        <p:spPr>
          <a:xfrm>
            <a:off x="1331640" y="4617132"/>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3</a:t>
            </a:r>
            <a:endParaRPr lang="en-US" dirty="0">
              <a:latin typeface="Bernard MT Condensed" pitchFamily="18" charset="0"/>
            </a:endParaRPr>
          </a:p>
        </p:txBody>
      </p:sp>
      <p:sp>
        <p:nvSpPr>
          <p:cNvPr id="36" name="Oval 35"/>
          <p:cNvSpPr/>
          <p:nvPr/>
        </p:nvSpPr>
        <p:spPr>
          <a:xfrm>
            <a:off x="1331640" y="5697252"/>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4</a:t>
            </a:r>
            <a:endParaRPr lang="en-US" dirty="0">
              <a:latin typeface="Bernard MT Condensed" pitchFamily="18" charset="0"/>
            </a:endParaRPr>
          </a:p>
        </p:txBody>
      </p:sp>
      <p:sp>
        <p:nvSpPr>
          <p:cNvPr id="3" name="Rectangle 2"/>
          <p:cNvSpPr/>
          <p:nvPr/>
        </p:nvSpPr>
        <p:spPr>
          <a:xfrm>
            <a:off x="3851919" y="1251337"/>
            <a:ext cx="4749571" cy="1538883"/>
          </a:xfrm>
          <a:prstGeom prst="rect">
            <a:avLst/>
          </a:prstGeom>
        </p:spPr>
        <p:txBody>
          <a:bodyPr wrap="square">
            <a:spAutoFit/>
          </a:bodyPr>
          <a:lstStyle/>
          <a:p>
            <a:pPr marL="171450" indent="-171450">
              <a:spcBef>
                <a:spcPts val="600"/>
              </a:spcBef>
              <a:buFont typeface="Wingdings" pitchFamily="2" charset="2"/>
              <a:buChar char="§"/>
            </a:pPr>
            <a:r>
              <a:rPr lang="en-US" sz="1400" dirty="0" err="1">
                <a:solidFill>
                  <a:srgbClr val="FFFF00"/>
                </a:solidFill>
                <a:latin typeface="Franklin Gothic Demi Cond" pitchFamily="34" charset="0"/>
              </a:rPr>
              <a:t>Pembukaan</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Undang-Undang</a:t>
            </a:r>
            <a:r>
              <a:rPr lang="en-US" sz="1400" dirty="0">
                <a:solidFill>
                  <a:srgbClr val="FFFF00"/>
                </a:solidFill>
                <a:latin typeface="Franklin Gothic Demi Cond" pitchFamily="34" charset="0"/>
              </a:rPr>
              <a:t> </a:t>
            </a:r>
            <a:r>
              <a:rPr lang="en-US" sz="1400" dirty="0" err="1" smtClean="0">
                <a:solidFill>
                  <a:srgbClr val="FFFF00"/>
                </a:solidFill>
                <a:latin typeface="Franklin Gothic Demi Cond" pitchFamily="34" charset="0"/>
              </a:rPr>
              <a:t>Dasar</a:t>
            </a:r>
            <a:r>
              <a:rPr lang="en-US" sz="1400" dirty="0" smtClean="0">
                <a:solidFill>
                  <a:srgbClr val="FFFF00"/>
                </a:solidFill>
                <a:latin typeface="Franklin Gothic Demi Cond" pitchFamily="34" charset="0"/>
              </a:rPr>
              <a:t> Negara </a:t>
            </a:r>
            <a:r>
              <a:rPr lang="en-US" sz="1400" dirty="0" err="1">
                <a:solidFill>
                  <a:srgbClr val="FFFF00"/>
                </a:solidFill>
                <a:latin typeface="Franklin Gothic Demi Cond" pitchFamily="34" charset="0"/>
              </a:rPr>
              <a:t>Republik</a:t>
            </a:r>
            <a:r>
              <a:rPr lang="en-US" sz="1400" dirty="0">
                <a:solidFill>
                  <a:srgbClr val="FFFF00"/>
                </a:solidFill>
                <a:latin typeface="Franklin Gothic Demi Cond" pitchFamily="34" charset="0"/>
              </a:rPr>
              <a:t> Indonesia </a:t>
            </a:r>
            <a:r>
              <a:rPr lang="en-US" sz="1400" dirty="0" err="1">
                <a:solidFill>
                  <a:srgbClr val="FFFF00"/>
                </a:solidFill>
                <a:latin typeface="Franklin Gothic Demi Cond" pitchFamily="34" charset="0"/>
              </a:rPr>
              <a:t>tahun</a:t>
            </a:r>
            <a:r>
              <a:rPr lang="en-US" sz="1400" dirty="0">
                <a:solidFill>
                  <a:srgbClr val="FFFF00"/>
                </a:solidFill>
                <a:latin typeface="Franklin Gothic Demi Cond" pitchFamily="34" charset="0"/>
              </a:rPr>
              <a:t> </a:t>
            </a:r>
            <a:r>
              <a:rPr lang="en-US" sz="1400" dirty="0" smtClean="0">
                <a:solidFill>
                  <a:srgbClr val="FFFF00"/>
                </a:solidFill>
                <a:latin typeface="Franklin Gothic Demi Cond" pitchFamily="34" charset="0"/>
              </a:rPr>
              <a:t>1945</a:t>
            </a:r>
          </a:p>
          <a:p>
            <a:pPr marL="171450" indent="-171450">
              <a:spcBef>
                <a:spcPts val="600"/>
              </a:spcBef>
              <a:buFont typeface="Wingdings" pitchFamily="2" charset="2"/>
              <a:buChar char="§"/>
            </a:pPr>
            <a:r>
              <a:rPr lang="en-US" sz="1400" dirty="0" err="1">
                <a:solidFill>
                  <a:srgbClr val="FFFF00"/>
                </a:solidFill>
                <a:latin typeface="Franklin Gothic Demi Cond" pitchFamily="34" charset="0"/>
              </a:rPr>
              <a:t>Ketetapan</a:t>
            </a:r>
            <a:r>
              <a:rPr lang="en-US" sz="1400" dirty="0">
                <a:solidFill>
                  <a:srgbClr val="FFFF00"/>
                </a:solidFill>
                <a:latin typeface="Franklin Gothic Demi Cond" pitchFamily="34" charset="0"/>
              </a:rPr>
              <a:t> MPR </a:t>
            </a:r>
            <a:r>
              <a:rPr lang="en-US" sz="1400" dirty="0" err="1">
                <a:solidFill>
                  <a:srgbClr val="FFFF00"/>
                </a:solidFill>
                <a:latin typeface="Franklin Gothic Demi Cond" pitchFamily="34" charset="0"/>
              </a:rPr>
              <a:t>Nomor</a:t>
            </a:r>
            <a:r>
              <a:rPr lang="en-US" sz="1400" dirty="0">
                <a:solidFill>
                  <a:srgbClr val="FFFF00"/>
                </a:solidFill>
                <a:latin typeface="Franklin Gothic Demi Cond" pitchFamily="34" charset="0"/>
              </a:rPr>
              <a:t> XVIII/MPR/1998</a:t>
            </a:r>
            <a:r>
              <a:rPr lang="en-US" sz="1400" dirty="0" smtClean="0">
                <a:solidFill>
                  <a:srgbClr val="FFFF00"/>
                </a:solidFill>
                <a:latin typeface="Franklin Gothic Demi Cond" pitchFamily="34" charset="0"/>
              </a:rPr>
              <a:t>, </a:t>
            </a:r>
            <a:r>
              <a:rPr lang="en-US" sz="1400" dirty="0" err="1" smtClean="0">
                <a:solidFill>
                  <a:srgbClr val="FFFF00"/>
                </a:solidFill>
                <a:latin typeface="Franklin Gothic Demi Cond" pitchFamily="34" charset="0"/>
              </a:rPr>
              <a:t>tentang</a:t>
            </a:r>
            <a:r>
              <a:rPr lang="en-US" sz="1400" dirty="0" smtClean="0">
                <a:solidFill>
                  <a:srgbClr val="FFFF00"/>
                </a:solidFill>
                <a:latin typeface="Franklin Gothic Demi Cond" pitchFamily="34" charset="0"/>
              </a:rPr>
              <a:t> </a:t>
            </a:r>
            <a:r>
              <a:rPr lang="en-US" sz="1400" dirty="0" err="1">
                <a:solidFill>
                  <a:srgbClr val="FFFF00"/>
                </a:solidFill>
                <a:latin typeface="Franklin Gothic Demi Cond" pitchFamily="34" charset="0"/>
              </a:rPr>
              <a:t>Pencabutan</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Ketetapan</a:t>
            </a:r>
            <a:r>
              <a:rPr lang="en-US" sz="1400" dirty="0">
                <a:solidFill>
                  <a:srgbClr val="FFFF00"/>
                </a:solidFill>
                <a:latin typeface="Franklin Gothic Demi Cond" pitchFamily="34" charset="0"/>
              </a:rPr>
              <a:t> MPR </a:t>
            </a:r>
            <a:r>
              <a:rPr lang="en-US" sz="1400" dirty="0" err="1">
                <a:solidFill>
                  <a:srgbClr val="FFFF00"/>
                </a:solidFill>
                <a:latin typeface="Franklin Gothic Demi Cond" pitchFamily="34" charset="0"/>
              </a:rPr>
              <a:t>Nomor</a:t>
            </a:r>
            <a:r>
              <a:rPr lang="en-US" sz="1400" dirty="0">
                <a:solidFill>
                  <a:srgbClr val="FFFF00"/>
                </a:solidFill>
                <a:latin typeface="Franklin Gothic Demi Cond" pitchFamily="34" charset="0"/>
              </a:rPr>
              <a:t> </a:t>
            </a:r>
            <a:r>
              <a:rPr lang="en-US" sz="1400" dirty="0" smtClean="0">
                <a:solidFill>
                  <a:srgbClr val="FFFF00"/>
                </a:solidFill>
                <a:latin typeface="Franklin Gothic Demi Cond" pitchFamily="34" charset="0"/>
              </a:rPr>
              <a:t>II/MPR/1978</a:t>
            </a:r>
          </a:p>
          <a:p>
            <a:pPr marL="171450" indent="-171450">
              <a:spcBef>
                <a:spcPts val="600"/>
              </a:spcBef>
              <a:buFont typeface="Wingdings" pitchFamily="2" charset="2"/>
              <a:buChar char="§"/>
            </a:pPr>
            <a:r>
              <a:rPr lang="en-US" sz="1400" dirty="0" err="1">
                <a:solidFill>
                  <a:srgbClr val="FFFF00"/>
                </a:solidFill>
                <a:latin typeface="Franklin Gothic Demi Cond" pitchFamily="34" charset="0"/>
              </a:rPr>
              <a:t>Undang-Undang</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Nomor</a:t>
            </a:r>
            <a:r>
              <a:rPr lang="en-US" sz="1400" dirty="0">
                <a:solidFill>
                  <a:srgbClr val="FFFF00"/>
                </a:solidFill>
                <a:latin typeface="Franklin Gothic Demi Cond" pitchFamily="34" charset="0"/>
              </a:rPr>
              <a:t> 12 </a:t>
            </a:r>
            <a:r>
              <a:rPr lang="en-US" sz="1400" dirty="0" err="1">
                <a:solidFill>
                  <a:srgbClr val="FFFF00"/>
                </a:solidFill>
                <a:latin typeface="Franklin Gothic Demi Cond" pitchFamily="34" charset="0"/>
              </a:rPr>
              <a:t>tahun</a:t>
            </a:r>
            <a:r>
              <a:rPr lang="en-US" sz="1400" dirty="0">
                <a:solidFill>
                  <a:srgbClr val="FFFF00"/>
                </a:solidFill>
                <a:latin typeface="Franklin Gothic Demi Cond" pitchFamily="34" charset="0"/>
              </a:rPr>
              <a:t> </a:t>
            </a:r>
            <a:r>
              <a:rPr lang="en-US" sz="1400" dirty="0" smtClean="0">
                <a:solidFill>
                  <a:srgbClr val="FFFF00"/>
                </a:solidFill>
                <a:latin typeface="Franklin Gothic Demi Cond" pitchFamily="34" charset="0"/>
              </a:rPr>
              <a:t>2011 </a:t>
            </a:r>
            <a:r>
              <a:rPr lang="en-US" sz="1400" dirty="0" err="1" smtClean="0">
                <a:solidFill>
                  <a:srgbClr val="FFFF00"/>
                </a:solidFill>
                <a:latin typeface="Franklin Gothic Demi Cond" pitchFamily="34" charset="0"/>
              </a:rPr>
              <a:t>tentang</a:t>
            </a:r>
            <a:r>
              <a:rPr lang="en-US" sz="1400" dirty="0" smtClean="0">
                <a:solidFill>
                  <a:srgbClr val="FFFF00"/>
                </a:solidFill>
                <a:latin typeface="Franklin Gothic Demi Cond" pitchFamily="34" charset="0"/>
              </a:rPr>
              <a:t> </a:t>
            </a:r>
            <a:r>
              <a:rPr lang="en-US" sz="1400" dirty="0" err="1">
                <a:solidFill>
                  <a:srgbClr val="FFFF00"/>
                </a:solidFill>
                <a:latin typeface="Franklin Gothic Demi Cond" pitchFamily="34" charset="0"/>
              </a:rPr>
              <a:t>Pembentukan</a:t>
            </a:r>
            <a:r>
              <a:rPr lang="en-US" sz="1400" dirty="0">
                <a:solidFill>
                  <a:srgbClr val="FFFF00"/>
                </a:solidFill>
                <a:latin typeface="Franklin Gothic Demi Cond" pitchFamily="34" charset="0"/>
              </a:rPr>
              <a:t> </a:t>
            </a:r>
            <a:r>
              <a:rPr lang="en-US" sz="1400" dirty="0" err="1" smtClean="0">
                <a:solidFill>
                  <a:srgbClr val="FFFF00"/>
                </a:solidFill>
                <a:latin typeface="Franklin Gothic Demi Cond" pitchFamily="34" charset="0"/>
              </a:rPr>
              <a:t>Perundang-undangan</a:t>
            </a:r>
            <a:endParaRPr lang="en-US" sz="1400" dirty="0">
              <a:solidFill>
                <a:srgbClr val="FFFF00"/>
              </a:solidFill>
              <a:latin typeface="Franklin Gothic Demi Cond" pitchFamily="34" charset="0"/>
            </a:endParaRPr>
          </a:p>
        </p:txBody>
      </p:sp>
      <p:pic>
        <p:nvPicPr>
          <p:cNvPr id="14" name="Picture 37" descr="garuda"/>
          <p:cNvPicPr>
            <a:picLocks noChangeAspect="1" noChangeArrowheads="1"/>
          </p:cNvPicPr>
          <p:nvPr/>
        </p:nvPicPr>
        <p:blipFill>
          <a:blip r:embed="rId2"/>
          <a:srcRect/>
          <a:stretch>
            <a:fillRect/>
          </a:stretch>
        </p:blipFill>
        <p:spPr bwMode="auto">
          <a:xfrm>
            <a:off x="-17361" y="17302"/>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17214736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ounded Rectangle 26"/>
          <p:cNvSpPr/>
          <p:nvPr/>
        </p:nvSpPr>
        <p:spPr>
          <a:xfrm>
            <a:off x="500034" y="260648"/>
            <a:ext cx="8143932" cy="6408712"/>
          </a:xfrm>
          <a:prstGeom prst="roundRect">
            <a:avLst>
              <a:gd name="adj" fmla="val 3636"/>
            </a:avLst>
          </a:prstGeom>
          <a:solidFill>
            <a:schemeClr val="bg2">
              <a:lumMod val="10000"/>
            </a:schemeClr>
          </a:solidFill>
          <a:ln>
            <a:solidFill>
              <a:schemeClr val="bg2">
                <a:lumMod val="9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eaLnBrk="1" fontAlgn="auto" hangingPunct="1">
              <a:spcBef>
                <a:spcPts val="0"/>
              </a:spcBef>
              <a:spcAft>
                <a:spcPts val="0"/>
              </a:spcAft>
              <a:defRPr/>
            </a:pPr>
            <a:endParaRPr lang="en-US" sz="4400" b="1" spc="50" dirty="0">
              <a:ln w="11430"/>
              <a:gradFill>
                <a:gsLst>
                  <a:gs pos="25000">
                    <a:schemeClr val="accent2">
                      <a:satMod val="155000"/>
                    </a:schemeClr>
                  </a:gs>
                  <a:gs pos="100000">
                    <a:schemeClr val="accent2">
                      <a:shade val="45000"/>
                      <a:satMod val="165000"/>
                    </a:schemeClr>
                  </a:gs>
                </a:gsLst>
                <a:lin ang="5400000"/>
              </a:gradFill>
              <a:latin typeface="Tw Cen MT Condensed Extra Bold" pitchFamily="34" charset="0"/>
            </a:endParaRPr>
          </a:p>
        </p:txBody>
      </p:sp>
      <p:sp>
        <p:nvSpPr>
          <p:cNvPr id="11" name="Rounded Rectangle 10"/>
          <p:cNvSpPr/>
          <p:nvPr/>
        </p:nvSpPr>
        <p:spPr>
          <a:xfrm>
            <a:off x="8430829" y="6366807"/>
            <a:ext cx="570150" cy="360040"/>
          </a:xfrm>
          <a:prstGeom prst="roundRect">
            <a:avLst/>
          </a:prstGeom>
          <a:solidFill>
            <a:schemeClr val="bg2">
              <a:lumMod val="50000"/>
            </a:schemeClr>
          </a:solidFill>
          <a:ln w="190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2">
                    <a:lumMod val="10000"/>
                  </a:schemeClr>
                </a:solidFill>
                <a:latin typeface="Franklin Gothic Demi Cond" pitchFamily="34" charset="0"/>
              </a:rPr>
              <a:t>11</a:t>
            </a:r>
            <a:endParaRPr lang="id-ID" dirty="0">
              <a:solidFill>
                <a:schemeClr val="bg2">
                  <a:lumMod val="10000"/>
                </a:schemeClr>
              </a:solidFill>
              <a:latin typeface="Franklin Gothic Demi Cond" pitchFamily="34" charset="0"/>
            </a:endParaRPr>
          </a:p>
        </p:txBody>
      </p:sp>
      <p:sp>
        <p:nvSpPr>
          <p:cNvPr id="25" name="Frame 24"/>
          <p:cNvSpPr/>
          <p:nvPr/>
        </p:nvSpPr>
        <p:spPr>
          <a:xfrm>
            <a:off x="0" y="0"/>
            <a:ext cx="9144000" cy="6858000"/>
          </a:xfrm>
          <a:prstGeom prst="frame">
            <a:avLst>
              <a:gd name="adj1" fmla="val 1637"/>
            </a:avLst>
          </a:prstGeom>
          <a:solidFill>
            <a:schemeClr val="bg2">
              <a:lumMod val="25000"/>
            </a:schemeClr>
          </a:solidFill>
          <a:ln>
            <a:solidFill>
              <a:schemeClr val="bg2">
                <a:lumMod val="2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defRPr/>
            </a:pPr>
            <a:endParaRPr lang="en-US" altLang="en-US" sz="105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ranklin Gothic Demi Cond" pitchFamily="34" charset="0"/>
              <a:cs typeface="Arial" charset="0"/>
            </a:endParaRPr>
          </a:p>
        </p:txBody>
      </p:sp>
      <p:sp>
        <p:nvSpPr>
          <p:cNvPr id="16" name="Right Arrow 15"/>
          <p:cNvSpPr/>
          <p:nvPr/>
        </p:nvSpPr>
        <p:spPr>
          <a:xfrm>
            <a:off x="340400" y="4320786"/>
            <a:ext cx="8696095" cy="484632"/>
          </a:xfrm>
          <a:prstGeom prst="rightArrow">
            <a:avLst>
              <a:gd name="adj1" fmla="val 50000"/>
              <a:gd name="adj2" fmla="val 34642"/>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1896334">
            <a:off x="701136" y="5195515"/>
            <a:ext cx="1449436" cy="307777"/>
          </a:xfrm>
          <a:prstGeom prst="rect">
            <a:avLst/>
          </a:prstGeom>
        </p:spPr>
        <p:txBody>
          <a:bodyPr wrap="none">
            <a:spAutoFit/>
          </a:bodyPr>
          <a:lstStyle/>
          <a:p>
            <a:pPr marL="171450" indent="-171450">
              <a:buFont typeface="Wingdings" pitchFamily="2" charset="2"/>
              <a:buChar char="§"/>
            </a:pPr>
            <a:r>
              <a:rPr lang="id-ID" sz="1400" dirty="0">
                <a:solidFill>
                  <a:srgbClr val="FFFF00"/>
                </a:solidFill>
                <a:latin typeface="Franklin Gothic Demi Cond" pitchFamily="34" charset="0"/>
              </a:rPr>
              <a:t>Bentuk BPUPKI </a:t>
            </a:r>
          </a:p>
        </p:txBody>
      </p:sp>
      <p:sp>
        <p:nvSpPr>
          <p:cNvPr id="18" name="Rectangle 17"/>
          <p:cNvSpPr/>
          <p:nvPr/>
        </p:nvSpPr>
        <p:spPr>
          <a:xfrm>
            <a:off x="1835697" y="1768748"/>
            <a:ext cx="3499492" cy="2308324"/>
          </a:xfrm>
          <a:prstGeom prst="rect">
            <a:avLst/>
          </a:prstGeom>
        </p:spPr>
        <p:txBody>
          <a:bodyPr wrap="square">
            <a:spAutoFit/>
          </a:bodyPr>
          <a:lstStyle/>
          <a:p>
            <a:r>
              <a:rPr lang="id-ID" sz="1200" u="sng" dirty="0">
                <a:solidFill>
                  <a:srgbClr val="FFFF00"/>
                </a:solidFill>
                <a:latin typeface="Franklin Gothic Demi Cond" pitchFamily="34" charset="0"/>
              </a:rPr>
              <a:t>29 MEI – 1 JUNI 1945</a:t>
            </a:r>
          </a:p>
          <a:p>
            <a:pPr marL="95250" indent="-95250">
              <a:buFont typeface="Arial" pitchFamily="34" charset="0"/>
              <a:buChar char="•"/>
            </a:pPr>
            <a:r>
              <a:rPr lang="id-ID" sz="1200" i="1" dirty="0">
                <a:solidFill>
                  <a:srgbClr val="FFFF00"/>
                </a:solidFill>
                <a:latin typeface="Franklin Gothic Demi Cond" pitchFamily="34" charset="0"/>
              </a:rPr>
              <a:t>29 MEI  Mr. MUH YAMIN </a:t>
            </a:r>
          </a:p>
          <a:p>
            <a:r>
              <a:rPr lang="id-ID" sz="1200" i="1" dirty="0">
                <a:solidFill>
                  <a:srgbClr val="FFFF00"/>
                </a:solidFill>
                <a:latin typeface="Franklin Gothic Demi Cond" pitchFamily="34" charset="0"/>
              </a:rPr>
              <a:t>   </a:t>
            </a:r>
            <a:r>
              <a:rPr lang="id-ID" sz="1200" i="1" dirty="0">
                <a:solidFill>
                  <a:schemeClr val="bg1"/>
                </a:solidFill>
                <a:latin typeface="Franklin Gothic Demi Cond" pitchFamily="34" charset="0"/>
                <a:sym typeface="Wingdings" pitchFamily="2" charset="2"/>
              </a:rPr>
              <a:t> </a:t>
            </a:r>
            <a:r>
              <a:rPr lang="id-ID" sz="1200" dirty="0">
                <a:solidFill>
                  <a:schemeClr val="bg1"/>
                </a:solidFill>
                <a:latin typeface="Franklin Gothic Demi Cond" pitchFamily="34" charset="0"/>
                <a:sym typeface="Wingdings" pitchFamily="2" charset="2"/>
              </a:rPr>
              <a:t>CALON RUMUSAN DSR NEGARA</a:t>
            </a:r>
          </a:p>
          <a:p>
            <a:r>
              <a:rPr lang="id-ID" sz="1200" dirty="0">
                <a:solidFill>
                  <a:schemeClr val="bg1"/>
                </a:solidFill>
                <a:latin typeface="Franklin Gothic Demi Cond" pitchFamily="34" charset="0"/>
                <a:sym typeface="Wingdings" pitchFamily="2" charset="2"/>
              </a:rPr>
              <a:t>    RUMUSAN UUD RI</a:t>
            </a:r>
            <a:endParaRPr lang="id-ID" sz="1200" dirty="0">
              <a:latin typeface="Franklin Gothic Demi Cond" pitchFamily="34" charset="0"/>
            </a:endParaRPr>
          </a:p>
          <a:p>
            <a:pPr marL="95250" indent="-95250">
              <a:buFont typeface="Arial" pitchFamily="34" charset="0"/>
              <a:buChar char="•"/>
            </a:pPr>
            <a:r>
              <a:rPr lang="id-ID" sz="1200" dirty="0">
                <a:solidFill>
                  <a:srgbClr val="FFFF00"/>
                </a:solidFill>
                <a:latin typeface="Franklin Gothic Demi Cond" pitchFamily="34" charset="0"/>
              </a:rPr>
              <a:t>31 MEI Dr.SOEPOMO  </a:t>
            </a:r>
          </a:p>
          <a:p>
            <a:r>
              <a:rPr lang="id-ID" sz="1200" dirty="0">
                <a:solidFill>
                  <a:srgbClr val="FFFF00"/>
                </a:solidFill>
                <a:latin typeface="Franklin Gothic Demi Cond" pitchFamily="34" charset="0"/>
              </a:rPr>
              <a:t>    </a:t>
            </a:r>
            <a:r>
              <a:rPr lang="id-ID" sz="1200" dirty="0">
                <a:solidFill>
                  <a:schemeClr val="bg1"/>
                </a:solidFill>
                <a:latin typeface="Franklin Gothic Demi Cond" pitchFamily="34" charset="0"/>
                <a:sym typeface="Wingdings" pitchFamily="2" charset="2"/>
              </a:rPr>
              <a:t> TEORI-TEORI NEGARA</a:t>
            </a:r>
          </a:p>
          <a:p>
            <a:r>
              <a:rPr lang="id-ID" sz="1200" dirty="0">
                <a:solidFill>
                  <a:schemeClr val="bg1"/>
                </a:solidFill>
                <a:latin typeface="Franklin Gothic Demi Cond" pitchFamily="34" charset="0"/>
                <a:sym typeface="Wingdings" pitchFamily="2" charset="2"/>
              </a:rPr>
              <a:t>     DASAR FILSAFAT NEGARA</a:t>
            </a:r>
            <a:endParaRPr lang="id-ID" sz="1200" dirty="0">
              <a:latin typeface="Franklin Gothic Demi Cond" pitchFamily="34" charset="0"/>
            </a:endParaRPr>
          </a:p>
          <a:p>
            <a:pPr marL="95250" indent="-95250">
              <a:buFont typeface="Arial" pitchFamily="34" charset="0"/>
              <a:buChar char="•"/>
            </a:pPr>
            <a:r>
              <a:rPr lang="id-ID" sz="1200" dirty="0">
                <a:solidFill>
                  <a:srgbClr val="FFFF00"/>
                </a:solidFill>
                <a:latin typeface="Franklin Gothic Demi Cond" pitchFamily="34" charset="0"/>
              </a:rPr>
              <a:t>1 JUNI Ir. SOEKARNO</a:t>
            </a:r>
          </a:p>
          <a:p>
            <a:r>
              <a:rPr lang="id-ID" sz="1200" dirty="0">
                <a:solidFill>
                  <a:srgbClr val="FFFF00"/>
                </a:solidFill>
                <a:latin typeface="Franklin Gothic Demi Cond" pitchFamily="34" charset="0"/>
              </a:rPr>
              <a:t>    </a:t>
            </a:r>
            <a:r>
              <a:rPr lang="id-ID" sz="1200" dirty="0">
                <a:solidFill>
                  <a:schemeClr val="bg1"/>
                </a:solidFill>
                <a:latin typeface="Franklin Gothic Demi Cond" pitchFamily="34" charset="0"/>
              </a:rPr>
              <a:t> </a:t>
            </a:r>
            <a:r>
              <a:rPr lang="id-ID" sz="1200" dirty="0">
                <a:solidFill>
                  <a:schemeClr val="bg1"/>
                </a:solidFill>
                <a:latin typeface="Franklin Gothic Demi Cond" pitchFamily="34" charset="0"/>
                <a:sym typeface="Wingdings" pitchFamily="2" charset="2"/>
              </a:rPr>
              <a:t> nama dsr negara “PANCASILA”</a:t>
            </a:r>
          </a:p>
          <a:p>
            <a:r>
              <a:rPr lang="id-ID" sz="1200" dirty="0">
                <a:solidFill>
                  <a:schemeClr val="bg1"/>
                </a:solidFill>
                <a:latin typeface="Franklin Gothic Demi Cond" pitchFamily="34" charset="0"/>
                <a:sym typeface="Wingdings" pitchFamily="2" charset="2"/>
              </a:rPr>
              <a:t>      RUMUSAN DSR NEGARA</a:t>
            </a:r>
          </a:p>
          <a:p>
            <a:r>
              <a:rPr lang="id-ID" sz="1200" dirty="0">
                <a:solidFill>
                  <a:schemeClr val="bg1"/>
                </a:solidFill>
                <a:latin typeface="Franklin Gothic Demi Cond" pitchFamily="34" charset="0"/>
                <a:sym typeface="Wingdings" pitchFamily="2" charset="2"/>
              </a:rPr>
              <a:t>      PS  sbg DSR FILSFT NEGARA dan PANDANGAN HIDUP BANGSA</a:t>
            </a:r>
            <a:endParaRPr lang="id-ID" sz="1200" dirty="0">
              <a:latin typeface="Franklin Gothic Demi Cond" pitchFamily="34" charset="0"/>
            </a:endParaRPr>
          </a:p>
        </p:txBody>
      </p:sp>
      <p:sp>
        <p:nvSpPr>
          <p:cNvPr id="19" name="Rectangle 18"/>
          <p:cNvSpPr/>
          <p:nvPr/>
        </p:nvSpPr>
        <p:spPr>
          <a:xfrm>
            <a:off x="2987824" y="5085184"/>
            <a:ext cx="2804050" cy="1569660"/>
          </a:xfrm>
          <a:prstGeom prst="rect">
            <a:avLst/>
          </a:prstGeom>
        </p:spPr>
        <p:txBody>
          <a:bodyPr wrap="square">
            <a:spAutoFit/>
          </a:bodyPr>
          <a:lstStyle/>
          <a:p>
            <a:r>
              <a:rPr lang="id-ID" sz="1200" u="sng" dirty="0">
                <a:solidFill>
                  <a:srgbClr val="FFFF00"/>
                </a:solidFill>
                <a:latin typeface="Franklin Gothic Demi Cond" pitchFamily="34" charset="0"/>
              </a:rPr>
              <a:t>10  – 16 JULI 1945</a:t>
            </a:r>
          </a:p>
          <a:p>
            <a:pPr marL="95250" indent="-95250">
              <a:buFont typeface="Arial" pitchFamily="34" charset="0"/>
              <a:buChar char="•"/>
            </a:pPr>
            <a:r>
              <a:rPr lang="id-ID" sz="1200" i="1" dirty="0">
                <a:solidFill>
                  <a:srgbClr val="FFFF00"/>
                </a:solidFill>
                <a:latin typeface="Franklin Gothic Demi Cond" pitchFamily="34" charset="0"/>
              </a:rPr>
              <a:t>Bentuk Negara  </a:t>
            </a:r>
            <a:r>
              <a:rPr lang="id-ID" sz="1200" dirty="0">
                <a:solidFill>
                  <a:schemeClr val="bg1"/>
                </a:solidFill>
                <a:latin typeface="Franklin Gothic Demi Cond" pitchFamily="34" charset="0"/>
                <a:sym typeface="Wingdings" pitchFamily="2" charset="2"/>
              </a:rPr>
              <a:t>   REPUBLIK</a:t>
            </a:r>
            <a:endParaRPr lang="id-ID" sz="1200" dirty="0">
              <a:latin typeface="Franklin Gothic Demi Cond" pitchFamily="34" charset="0"/>
            </a:endParaRPr>
          </a:p>
          <a:p>
            <a:pPr marL="95250" indent="-95250">
              <a:buFont typeface="Arial" pitchFamily="34" charset="0"/>
              <a:buChar char="•"/>
            </a:pPr>
            <a:r>
              <a:rPr lang="id-ID" sz="1200" i="1" dirty="0">
                <a:solidFill>
                  <a:srgbClr val="FFFF00"/>
                </a:solidFill>
                <a:latin typeface="Franklin Gothic Demi Cond" pitchFamily="34" charset="0"/>
              </a:rPr>
              <a:t>Luas Wil Neg Baru </a:t>
            </a:r>
            <a:r>
              <a:rPr lang="id-ID" sz="1200" dirty="0">
                <a:solidFill>
                  <a:srgbClr val="FFFF00"/>
                </a:solidFill>
                <a:latin typeface="Franklin Gothic Demi Cond" pitchFamily="34" charset="0"/>
              </a:rPr>
              <a:t> </a:t>
            </a:r>
            <a:r>
              <a:rPr lang="id-ID" sz="1200" dirty="0">
                <a:solidFill>
                  <a:schemeClr val="bg1"/>
                </a:solidFill>
                <a:latin typeface="Franklin Gothic Demi Cond" pitchFamily="34" charset="0"/>
                <a:sym typeface="Wingdings" pitchFamily="2" charset="2"/>
              </a:rPr>
              <a:t> WIL INDONESIA kecuali IRIAN,   TARAKAN, MOROTAI</a:t>
            </a:r>
          </a:p>
          <a:p>
            <a:pPr marL="95250" indent="-95250">
              <a:buFont typeface="Arial" pitchFamily="34" charset="0"/>
              <a:buChar char="•"/>
            </a:pPr>
            <a:r>
              <a:rPr lang="id-ID" sz="1200" i="1" dirty="0">
                <a:solidFill>
                  <a:srgbClr val="FFFF00"/>
                </a:solidFill>
                <a:latin typeface="Franklin Gothic Demi Cond" pitchFamily="34" charset="0"/>
              </a:rPr>
              <a:t>Mbentuk PANITIA KECIL</a:t>
            </a:r>
          </a:p>
          <a:p>
            <a:r>
              <a:rPr lang="id-ID" sz="1200" dirty="0">
                <a:solidFill>
                  <a:srgbClr val="FFFF00"/>
                </a:solidFill>
                <a:latin typeface="Franklin Gothic Demi Cond" pitchFamily="34" charset="0"/>
              </a:rPr>
              <a:t>   </a:t>
            </a:r>
            <a:r>
              <a:rPr lang="id-ID" sz="1200" dirty="0">
                <a:solidFill>
                  <a:schemeClr val="bg1"/>
                </a:solidFill>
                <a:latin typeface="Franklin Gothic Demi Cond" pitchFamily="34" charset="0"/>
              </a:rPr>
              <a:t> </a:t>
            </a:r>
            <a:r>
              <a:rPr lang="id-ID" sz="1200" dirty="0">
                <a:solidFill>
                  <a:schemeClr val="bg1"/>
                </a:solidFill>
                <a:latin typeface="Franklin Gothic Demi Cond" pitchFamily="34" charset="0"/>
                <a:sym typeface="Wingdings" pitchFamily="2" charset="2"/>
              </a:rPr>
              <a:t> panitia </a:t>
            </a:r>
            <a:r>
              <a:rPr lang="id-ID" sz="1200" dirty="0">
                <a:solidFill>
                  <a:srgbClr val="FFFF00"/>
                </a:solidFill>
                <a:latin typeface="Franklin Gothic Demi Cond" pitchFamily="34" charset="0"/>
                <a:sym typeface="Wingdings" pitchFamily="2" charset="2"/>
              </a:rPr>
              <a:t>PERANCANG UUD   </a:t>
            </a:r>
            <a:endParaRPr lang="en-US" sz="1200" dirty="0" smtClean="0">
              <a:solidFill>
                <a:srgbClr val="FFFF00"/>
              </a:solidFill>
              <a:latin typeface="Franklin Gothic Demi Cond" pitchFamily="34" charset="0"/>
              <a:sym typeface="Wingdings" pitchFamily="2" charset="2"/>
            </a:endParaRPr>
          </a:p>
          <a:p>
            <a:pPr marL="288925" indent="-171450">
              <a:buFont typeface="Wingdings"/>
              <a:buChar char="à"/>
            </a:pPr>
            <a:r>
              <a:rPr lang="id-ID" sz="1200" dirty="0" smtClean="0">
                <a:solidFill>
                  <a:schemeClr val="bg1"/>
                </a:solidFill>
                <a:latin typeface="Franklin Gothic Demi Cond" pitchFamily="34" charset="0"/>
                <a:sym typeface="Wingdings" pitchFamily="2" charset="2"/>
              </a:rPr>
              <a:t>Panitia </a:t>
            </a:r>
            <a:r>
              <a:rPr lang="en-US" sz="1200" dirty="0" smtClean="0">
                <a:solidFill>
                  <a:schemeClr val="bg1"/>
                </a:solidFill>
                <a:latin typeface="Franklin Gothic Demi Cond" pitchFamily="34" charset="0"/>
                <a:sym typeface="Wingdings" pitchFamily="2" charset="2"/>
              </a:rPr>
              <a:t>	</a:t>
            </a:r>
            <a:r>
              <a:rPr lang="id-ID" sz="1200" dirty="0" smtClean="0">
                <a:solidFill>
                  <a:schemeClr val="bg1"/>
                </a:solidFill>
                <a:latin typeface="Franklin Gothic Demi Cond" pitchFamily="34" charset="0"/>
                <a:sym typeface="Wingdings" pitchFamily="2" charset="2"/>
              </a:rPr>
              <a:t>EKONOMI    </a:t>
            </a:r>
            <a:r>
              <a:rPr lang="id-ID" sz="1200" dirty="0">
                <a:solidFill>
                  <a:schemeClr val="bg1"/>
                </a:solidFill>
                <a:latin typeface="Franklin Gothic Demi Cond" pitchFamily="34" charset="0"/>
                <a:sym typeface="Wingdings" pitchFamily="2" charset="2"/>
              </a:rPr>
              <a:t>&amp; KEU  </a:t>
            </a:r>
            <a:endParaRPr lang="en-US" sz="1200" dirty="0" smtClean="0">
              <a:solidFill>
                <a:schemeClr val="bg1"/>
              </a:solidFill>
              <a:latin typeface="Franklin Gothic Demi Cond" pitchFamily="34" charset="0"/>
              <a:sym typeface="Wingdings" pitchFamily="2" charset="2"/>
            </a:endParaRPr>
          </a:p>
          <a:p>
            <a:pPr marL="288925" indent="-171450">
              <a:buFont typeface="Wingdings"/>
              <a:buChar char="à"/>
            </a:pPr>
            <a:r>
              <a:rPr lang="id-ID" sz="1200" dirty="0" smtClean="0">
                <a:solidFill>
                  <a:schemeClr val="bg1"/>
                </a:solidFill>
                <a:latin typeface="Franklin Gothic Demi Cond" pitchFamily="34" charset="0"/>
                <a:sym typeface="Wingdings" pitchFamily="2" charset="2"/>
              </a:rPr>
              <a:t>panitia </a:t>
            </a:r>
            <a:r>
              <a:rPr lang="id-ID" sz="1200" dirty="0">
                <a:solidFill>
                  <a:schemeClr val="bg1"/>
                </a:solidFill>
                <a:latin typeface="Franklin Gothic Demi Cond" pitchFamily="34" charset="0"/>
                <a:sym typeface="Wingdings" pitchFamily="2" charset="2"/>
              </a:rPr>
              <a:t>PEMBELA TANAH AIR</a:t>
            </a:r>
            <a:endParaRPr lang="id-ID" sz="1200" dirty="0">
              <a:latin typeface="Franklin Gothic Demi Cond" pitchFamily="34" charset="0"/>
            </a:endParaRPr>
          </a:p>
        </p:txBody>
      </p:sp>
      <p:sp>
        <p:nvSpPr>
          <p:cNvPr id="30" name="Rectangle 29"/>
          <p:cNvSpPr/>
          <p:nvPr/>
        </p:nvSpPr>
        <p:spPr>
          <a:xfrm>
            <a:off x="4974445" y="3051544"/>
            <a:ext cx="1800200" cy="504056"/>
          </a:xfrm>
          <a:prstGeom prst="rect">
            <a:avLst/>
          </a:prstGeom>
          <a:solidFill>
            <a:srgbClr val="C00000"/>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5250" indent="-95250">
              <a:buFont typeface="Wingdings" pitchFamily="2" charset="2"/>
              <a:buChar char="§"/>
            </a:pPr>
            <a:r>
              <a:rPr lang="id-ID" sz="1050" b="1" u="sng" dirty="0">
                <a:solidFill>
                  <a:srgbClr val="FFFF00"/>
                </a:solidFill>
              </a:rPr>
              <a:t>17  AGUSTUS 1945</a:t>
            </a:r>
          </a:p>
          <a:p>
            <a:r>
              <a:rPr lang="id-ID" sz="1050" b="1" i="1" dirty="0">
                <a:solidFill>
                  <a:schemeClr val="bg1"/>
                </a:solidFill>
                <a:sym typeface="Wingdings" pitchFamily="2" charset="2"/>
              </a:rPr>
              <a:t>    </a:t>
            </a:r>
            <a:r>
              <a:rPr lang="id-ID" sz="1050" b="1" dirty="0">
                <a:solidFill>
                  <a:schemeClr val="bg1"/>
                </a:solidFill>
                <a:sym typeface="Wingdings" pitchFamily="2" charset="2"/>
              </a:rPr>
              <a:t>PROKLAMASI </a:t>
            </a:r>
          </a:p>
          <a:p>
            <a:r>
              <a:rPr lang="id-ID" sz="1050" b="1" dirty="0">
                <a:solidFill>
                  <a:schemeClr val="bg1"/>
                </a:solidFill>
                <a:sym typeface="Wingdings" pitchFamily="2" charset="2"/>
              </a:rPr>
              <a:t>         KEMERDEKAAN</a:t>
            </a:r>
          </a:p>
        </p:txBody>
      </p:sp>
      <p:sp>
        <p:nvSpPr>
          <p:cNvPr id="31" name="Up Arrow 30"/>
          <p:cNvSpPr/>
          <p:nvPr/>
        </p:nvSpPr>
        <p:spPr>
          <a:xfrm>
            <a:off x="5694525" y="3600311"/>
            <a:ext cx="108012" cy="826743"/>
          </a:xfrm>
          <a:prstGeom prst="upArrow">
            <a:avLst/>
          </a:prstGeom>
          <a:solidFill>
            <a:srgbClr val="FFFF00"/>
          </a:solidFill>
          <a:ln w="1270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Rectangle 31"/>
          <p:cNvSpPr/>
          <p:nvPr/>
        </p:nvSpPr>
        <p:spPr>
          <a:xfrm>
            <a:off x="6194813" y="5018117"/>
            <a:ext cx="1800200" cy="1027738"/>
          </a:xfrm>
          <a:prstGeom prst="rect">
            <a:avLst/>
          </a:prstGeom>
          <a:solidFill>
            <a:srgbClr val="C00000"/>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5250" indent="-95250">
              <a:buFont typeface="Wingdings" pitchFamily="2" charset="2"/>
              <a:buChar char="§"/>
            </a:pPr>
            <a:r>
              <a:rPr lang="id-ID" sz="1050" b="1" u="sng" dirty="0">
                <a:solidFill>
                  <a:srgbClr val="FFFF00"/>
                </a:solidFill>
              </a:rPr>
              <a:t>18  AGUSTUS 1945</a:t>
            </a:r>
          </a:p>
          <a:p>
            <a:r>
              <a:rPr lang="id-ID" sz="1050" b="1" i="1" dirty="0">
                <a:solidFill>
                  <a:schemeClr val="bg1"/>
                </a:solidFill>
                <a:sym typeface="Wingdings" pitchFamily="2" charset="2"/>
              </a:rPr>
              <a:t>   = </a:t>
            </a:r>
            <a:r>
              <a:rPr lang="id-ID" sz="1050" b="1" dirty="0">
                <a:solidFill>
                  <a:schemeClr val="bg1"/>
                </a:solidFill>
                <a:sym typeface="Wingdings" pitchFamily="2" charset="2"/>
              </a:rPr>
              <a:t>SIDANG I  PPKI  </a:t>
            </a:r>
          </a:p>
          <a:p>
            <a:r>
              <a:rPr lang="id-ID" sz="1050" b="1" dirty="0">
                <a:solidFill>
                  <a:schemeClr val="bg1"/>
                </a:solidFill>
                <a:sym typeface="Wingdings" pitchFamily="2" charset="2"/>
              </a:rPr>
              <a:t>        MNGESAHKAN UUD </a:t>
            </a:r>
            <a:r>
              <a:rPr lang="id-ID" sz="1050" b="1" dirty="0" smtClean="0">
                <a:solidFill>
                  <a:schemeClr val="bg1"/>
                </a:solidFill>
                <a:sym typeface="Wingdings" pitchFamily="2" charset="2"/>
              </a:rPr>
              <a:t>’45</a:t>
            </a:r>
            <a:r>
              <a:rPr lang="en-US" sz="1050" b="1" dirty="0" smtClean="0">
                <a:solidFill>
                  <a:schemeClr val="bg1"/>
                </a:solidFill>
                <a:sym typeface="Wingdings" pitchFamily="2" charset="2"/>
              </a:rPr>
              <a:t> di </a:t>
            </a:r>
            <a:r>
              <a:rPr lang="en-US" sz="1050" b="1" dirty="0" err="1" smtClean="0">
                <a:solidFill>
                  <a:schemeClr val="bg1"/>
                </a:solidFill>
                <a:sym typeface="Wingdings" pitchFamily="2" charset="2"/>
              </a:rPr>
              <a:t>dalamnya</a:t>
            </a:r>
            <a:r>
              <a:rPr lang="en-US" sz="1050" b="1" dirty="0" smtClean="0">
                <a:solidFill>
                  <a:schemeClr val="bg1"/>
                </a:solidFill>
                <a:sym typeface="Wingdings" pitchFamily="2" charset="2"/>
              </a:rPr>
              <a:t> </a:t>
            </a:r>
            <a:r>
              <a:rPr lang="en-US" sz="1050" b="1" dirty="0" err="1" smtClean="0">
                <a:solidFill>
                  <a:schemeClr val="bg1"/>
                </a:solidFill>
                <a:sym typeface="Wingdings" pitchFamily="2" charset="2"/>
              </a:rPr>
              <a:t>terkandung</a:t>
            </a:r>
            <a:r>
              <a:rPr lang="en-US" sz="1050" b="1" dirty="0" smtClean="0">
                <a:solidFill>
                  <a:schemeClr val="bg1"/>
                </a:solidFill>
                <a:sym typeface="Wingdings" pitchFamily="2" charset="2"/>
              </a:rPr>
              <a:t> PANCASILA</a:t>
            </a:r>
            <a:endParaRPr lang="id-ID" sz="1050" b="1" dirty="0">
              <a:solidFill>
                <a:schemeClr val="bg1"/>
              </a:solidFill>
              <a:sym typeface="Wingdings" pitchFamily="2" charset="2"/>
            </a:endParaRPr>
          </a:p>
        </p:txBody>
      </p:sp>
      <p:sp>
        <p:nvSpPr>
          <p:cNvPr id="37" name="Up Arrow 36"/>
          <p:cNvSpPr/>
          <p:nvPr/>
        </p:nvSpPr>
        <p:spPr>
          <a:xfrm rot="10800000">
            <a:off x="4081788" y="4360162"/>
            <a:ext cx="144016" cy="725022"/>
          </a:xfrm>
          <a:prstGeom prst="upArrow">
            <a:avLst/>
          </a:prstGeom>
          <a:solidFill>
            <a:srgbClr val="FFFF00"/>
          </a:solidFill>
          <a:ln w="12700">
            <a:solidFill>
              <a:srgbClr val="FFC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Rectangle 38"/>
          <p:cNvSpPr/>
          <p:nvPr/>
        </p:nvSpPr>
        <p:spPr>
          <a:xfrm>
            <a:off x="7486071" y="1521366"/>
            <a:ext cx="1406409" cy="2123658"/>
          </a:xfrm>
          <a:prstGeom prst="rect">
            <a:avLst/>
          </a:prstGeom>
        </p:spPr>
        <p:txBody>
          <a:bodyPr wrap="square">
            <a:spAutoFit/>
          </a:bodyPr>
          <a:lstStyle/>
          <a:p>
            <a:r>
              <a:rPr lang="id-ID" sz="1100" dirty="0">
                <a:solidFill>
                  <a:schemeClr val="bg1"/>
                </a:solidFill>
                <a:latin typeface="Franklin Gothic Demi" pitchFamily="34" charset="0"/>
              </a:rPr>
              <a:t>PERISTIWA INI MERUPAKAN MOMENTUM YANG PALING PENTING DAN BERSEJARAH</a:t>
            </a:r>
          </a:p>
          <a:p>
            <a:r>
              <a:rPr lang="id-ID" sz="1100" dirty="0">
                <a:solidFill>
                  <a:schemeClr val="bg1"/>
                </a:solidFill>
                <a:latin typeface="Franklin Gothic Demi" pitchFamily="34" charset="0"/>
              </a:rPr>
              <a:t>KARENA MERUPAKAN TITIK BALIK DARI NEGARA YANG TERJAJAH MENJADI</a:t>
            </a:r>
          </a:p>
          <a:p>
            <a:r>
              <a:rPr lang="id-ID" sz="1100" dirty="0">
                <a:solidFill>
                  <a:schemeClr val="bg1"/>
                </a:solidFill>
                <a:latin typeface="Franklin Gothic Demi" pitchFamily="34" charset="0"/>
              </a:rPr>
              <a:t>NEGARA YANG MERDEKA.</a:t>
            </a:r>
          </a:p>
        </p:txBody>
      </p:sp>
      <p:sp>
        <p:nvSpPr>
          <p:cNvPr id="40" name="Right Arrow 39"/>
          <p:cNvSpPr/>
          <p:nvPr/>
        </p:nvSpPr>
        <p:spPr>
          <a:xfrm>
            <a:off x="6834128" y="3032509"/>
            <a:ext cx="651943" cy="567802"/>
          </a:xfrm>
          <a:prstGeom prst="rightArrow">
            <a:avLst>
              <a:gd name="adj1" fmla="val 61226"/>
              <a:gd name="adj2" fmla="val 35880"/>
            </a:avLst>
          </a:prstGeom>
          <a:solidFill>
            <a:schemeClr val="accent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1" name="Bent-Up Arrow 40"/>
          <p:cNvSpPr/>
          <p:nvPr/>
        </p:nvSpPr>
        <p:spPr>
          <a:xfrm>
            <a:off x="8100392" y="3717032"/>
            <a:ext cx="432048" cy="2328823"/>
          </a:xfrm>
          <a:prstGeom prst="bentUpArrow">
            <a:avLst>
              <a:gd name="adj1" fmla="val 40523"/>
              <a:gd name="adj2" fmla="val 36846"/>
              <a:gd name="adj3" fmla="val 25000"/>
            </a:avLst>
          </a:prstGeom>
          <a:solidFill>
            <a:schemeClr val="accent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ounded Rectangle 8"/>
          <p:cNvSpPr/>
          <p:nvPr/>
        </p:nvSpPr>
        <p:spPr>
          <a:xfrm>
            <a:off x="725973" y="4196139"/>
            <a:ext cx="1296144" cy="701427"/>
          </a:xfrm>
          <a:prstGeom prst="roundRect">
            <a:avLst>
              <a:gd name="adj" fmla="val 8138"/>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bg1"/>
                </a:solidFill>
                <a:latin typeface="Franklin Gothic Demi Cond" pitchFamily="34" charset="0"/>
                <a:ea typeface="Verdana" pitchFamily="34" charset="0"/>
                <a:cs typeface="Verdana" pitchFamily="34" charset="0"/>
              </a:rPr>
              <a:t>ZAMAN PENJAJAHAN </a:t>
            </a:r>
          </a:p>
          <a:p>
            <a:pPr algn="ctr"/>
            <a:r>
              <a:rPr lang="en-US" sz="1400" dirty="0" smtClean="0">
                <a:solidFill>
                  <a:schemeClr val="bg1"/>
                </a:solidFill>
                <a:latin typeface="Bernard MT Condensed" pitchFamily="18" charset="0"/>
                <a:ea typeface="Verdana" pitchFamily="34" charset="0"/>
                <a:cs typeface="Verdana" pitchFamily="34" charset="0"/>
              </a:rPr>
              <a:t>JEPANG</a:t>
            </a:r>
            <a:endParaRPr lang="id-ID" sz="1400" dirty="0">
              <a:solidFill>
                <a:schemeClr val="bg1"/>
              </a:solidFill>
              <a:latin typeface="Bernard MT Condensed" pitchFamily="18" charset="0"/>
              <a:ea typeface="Verdana" pitchFamily="34" charset="0"/>
              <a:cs typeface="Verdana" pitchFamily="34" charset="0"/>
            </a:endParaRPr>
          </a:p>
        </p:txBody>
      </p:sp>
      <p:sp>
        <p:nvSpPr>
          <p:cNvPr id="36" name="Up Arrow 35"/>
          <p:cNvSpPr/>
          <p:nvPr/>
        </p:nvSpPr>
        <p:spPr>
          <a:xfrm rot="10800000">
            <a:off x="6955430" y="4293094"/>
            <a:ext cx="144016" cy="725022"/>
          </a:xfrm>
          <a:prstGeom prst="upArrow">
            <a:avLst/>
          </a:prstGeom>
          <a:solidFill>
            <a:srgbClr val="FFFF00"/>
          </a:solidFill>
          <a:ln w="1270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ounded Rectangle 13"/>
          <p:cNvSpPr/>
          <p:nvPr/>
        </p:nvSpPr>
        <p:spPr>
          <a:xfrm>
            <a:off x="6370708" y="4202499"/>
            <a:ext cx="1296144" cy="695067"/>
          </a:xfrm>
          <a:prstGeom prst="roundRect">
            <a:avLst>
              <a:gd name="adj" fmla="val 8138"/>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bg1"/>
                </a:solidFill>
                <a:latin typeface="Franklin Gothic Demi Cond" pitchFamily="34" charset="0"/>
                <a:ea typeface="Verdana" pitchFamily="34" charset="0"/>
                <a:cs typeface="Verdana" pitchFamily="34" charset="0"/>
              </a:rPr>
              <a:t>ZAMAN </a:t>
            </a:r>
          </a:p>
          <a:p>
            <a:pPr algn="ctr"/>
            <a:r>
              <a:rPr lang="en-US" sz="1400" dirty="0" smtClean="0">
                <a:solidFill>
                  <a:schemeClr val="bg1"/>
                </a:solidFill>
                <a:latin typeface="Bernard MT Condensed" pitchFamily="18" charset="0"/>
                <a:ea typeface="Verdana" pitchFamily="34" charset="0"/>
                <a:cs typeface="Verdana" pitchFamily="34" charset="0"/>
              </a:rPr>
              <a:t>SETELAH PROKLAMASI</a:t>
            </a:r>
            <a:endParaRPr lang="id-ID" sz="1400" dirty="0">
              <a:solidFill>
                <a:schemeClr val="bg1"/>
              </a:solidFill>
              <a:latin typeface="Bernard MT Condensed" pitchFamily="18" charset="0"/>
              <a:ea typeface="Verdana" pitchFamily="34" charset="0"/>
              <a:cs typeface="Verdana" pitchFamily="34" charset="0"/>
            </a:endParaRPr>
          </a:p>
        </p:txBody>
      </p:sp>
      <p:sp>
        <p:nvSpPr>
          <p:cNvPr id="13" name="Rounded Rectangle 12"/>
          <p:cNvSpPr/>
          <p:nvPr/>
        </p:nvSpPr>
        <p:spPr>
          <a:xfrm>
            <a:off x="4984184" y="4196138"/>
            <a:ext cx="1296144" cy="695067"/>
          </a:xfrm>
          <a:prstGeom prst="roundRect">
            <a:avLst>
              <a:gd name="adj" fmla="val 8138"/>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bg1"/>
                </a:solidFill>
                <a:latin typeface="Franklin Gothic Demi Cond" pitchFamily="34" charset="0"/>
                <a:ea typeface="Verdana" pitchFamily="34" charset="0"/>
                <a:cs typeface="Verdana" pitchFamily="34" charset="0"/>
              </a:rPr>
              <a:t>PROKLAMASI</a:t>
            </a:r>
          </a:p>
          <a:p>
            <a:pPr algn="ctr"/>
            <a:r>
              <a:rPr lang="en-US" sz="1400" dirty="0" smtClean="0">
                <a:solidFill>
                  <a:schemeClr val="bg1"/>
                </a:solidFill>
                <a:latin typeface="Bernard MT Condensed" pitchFamily="18" charset="0"/>
                <a:ea typeface="Verdana" pitchFamily="34" charset="0"/>
                <a:cs typeface="Verdana" pitchFamily="34" charset="0"/>
              </a:rPr>
              <a:t>KEMERDEKAAN</a:t>
            </a:r>
            <a:endParaRPr lang="id-ID" sz="2400" dirty="0">
              <a:solidFill>
                <a:schemeClr val="bg1"/>
              </a:solidFill>
              <a:latin typeface="Franklin Gothic Demi Cond" pitchFamily="34" charset="0"/>
              <a:ea typeface="Verdana" pitchFamily="34" charset="0"/>
              <a:cs typeface="Verdana" pitchFamily="34" charset="0"/>
            </a:endParaRPr>
          </a:p>
        </p:txBody>
      </p:sp>
      <p:sp>
        <p:nvSpPr>
          <p:cNvPr id="12" name="Rounded Rectangle 11"/>
          <p:cNvSpPr/>
          <p:nvPr/>
        </p:nvSpPr>
        <p:spPr>
          <a:xfrm>
            <a:off x="3566658" y="4196139"/>
            <a:ext cx="1296144" cy="701428"/>
          </a:xfrm>
          <a:prstGeom prst="roundRect">
            <a:avLst>
              <a:gd name="adj" fmla="val 8138"/>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bg1"/>
                </a:solidFill>
                <a:latin typeface="Franklin Gothic Demi Cond" pitchFamily="34" charset="0"/>
                <a:ea typeface="Verdana" pitchFamily="34" charset="0"/>
                <a:cs typeface="Verdana" pitchFamily="34" charset="0"/>
              </a:rPr>
              <a:t>SIDANG</a:t>
            </a:r>
          </a:p>
          <a:p>
            <a:pPr algn="ctr"/>
            <a:r>
              <a:rPr lang="en-US" sz="1400" dirty="0" smtClean="0">
                <a:solidFill>
                  <a:schemeClr val="bg1"/>
                </a:solidFill>
                <a:latin typeface="Bernard MT Condensed" pitchFamily="18" charset="0"/>
                <a:ea typeface="Verdana" pitchFamily="34" charset="0"/>
                <a:cs typeface="Verdana" pitchFamily="34" charset="0"/>
              </a:rPr>
              <a:t>BPUPKI  II</a:t>
            </a:r>
            <a:endParaRPr lang="id-ID" sz="1400" dirty="0">
              <a:solidFill>
                <a:schemeClr val="bg1"/>
              </a:solidFill>
              <a:latin typeface="Bernard MT Condensed" pitchFamily="18" charset="0"/>
              <a:ea typeface="Verdana" pitchFamily="34" charset="0"/>
              <a:cs typeface="Verdana" pitchFamily="34" charset="0"/>
            </a:endParaRPr>
          </a:p>
        </p:txBody>
      </p:sp>
      <p:sp>
        <p:nvSpPr>
          <p:cNvPr id="38" name="Up Arrow 37"/>
          <p:cNvSpPr/>
          <p:nvPr/>
        </p:nvSpPr>
        <p:spPr>
          <a:xfrm>
            <a:off x="2933818" y="3978675"/>
            <a:ext cx="108012" cy="826743"/>
          </a:xfrm>
          <a:prstGeom prst="upArrow">
            <a:avLst/>
          </a:prstGeom>
          <a:solidFill>
            <a:srgbClr val="FFFF00"/>
          </a:solidFill>
          <a:ln w="12700">
            <a:solidFill>
              <a:srgbClr val="FFC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ounded Rectangle 9"/>
          <p:cNvSpPr/>
          <p:nvPr/>
        </p:nvSpPr>
        <p:spPr>
          <a:xfrm>
            <a:off x="2146071" y="4196138"/>
            <a:ext cx="1296144" cy="695067"/>
          </a:xfrm>
          <a:prstGeom prst="roundRect">
            <a:avLst>
              <a:gd name="adj" fmla="val 8138"/>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bg1"/>
                </a:solidFill>
                <a:latin typeface="Franklin Gothic Demi Cond" pitchFamily="34" charset="0"/>
                <a:ea typeface="Verdana" pitchFamily="34" charset="0"/>
                <a:cs typeface="Verdana" pitchFamily="34" charset="0"/>
              </a:rPr>
              <a:t>SIDANG </a:t>
            </a:r>
          </a:p>
          <a:p>
            <a:pPr algn="ctr"/>
            <a:r>
              <a:rPr lang="en-US" sz="1400" dirty="0" smtClean="0">
                <a:solidFill>
                  <a:schemeClr val="bg1"/>
                </a:solidFill>
                <a:latin typeface="Bernard MT Condensed" pitchFamily="18" charset="0"/>
                <a:ea typeface="Verdana" pitchFamily="34" charset="0"/>
                <a:cs typeface="Verdana" pitchFamily="34" charset="0"/>
              </a:rPr>
              <a:t>BPUPKI  I</a:t>
            </a:r>
            <a:endParaRPr lang="id-ID" sz="2400" dirty="0">
              <a:solidFill>
                <a:schemeClr val="bg1"/>
              </a:solidFill>
              <a:latin typeface="Franklin Gothic Demi Cond" pitchFamily="34" charset="0"/>
              <a:ea typeface="Verdana" pitchFamily="34" charset="0"/>
              <a:cs typeface="Verdana" pitchFamily="34" charset="0"/>
            </a:endParaRPr>
          </a:p>
        </p:txBody>
      </p:sp>
      <p:sp>
        <p:nvSpPr>
          <p:cNvPr id="43" name="Rounded Rectangle 42"/>
          <p:cNvSpPr/>
          <p:nvPr/>
        </p:nvSpPr>
        <p:spPr>
          <a:xfrm>
            <a:off x="787878" y="260648"/>
            <a:ext cx="2253952" cy="972108"/>
          </a:xfrm>
          <a:prstGeom prst="roundRect">
            <a:avLst>
              <a:gd name="adj" fmla="val 7915"/>
            </a:avLst>
          </a:prstGeom>
          <a:solidFill>
            <a:srgbClr val="005426"/>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Franklin Gothic Demi Cond" pitchFamily="34" charset="0"/>
              </a:rPr>
              <a:t>SUMBER </a:t>
            </a:r>
            <a:r>
              <a:rPr lang="en-US" dirty="0" smtClean="0">
                <a:solidFill>
                  <a:schemeClr val="bg1"/>
                </a:solidFill>
                <a:latin typeface="Franklin Gothic Demi Cond" pitchFamily="34" charset="0"/>
              </a:rPr>
              <a:t>HISTORIS PANCASILA SBG DASAR NEGARA</a:t>
            </a:r>
            <a:endParaRPr lang="id-ID" dirty="0"/>
          </a:p>
        </p:txBody>
      </p:sp>
      <p:sp>
        <p:nvSpPr>
          <p:cNvPr id="44" name="Oval 43"/>
          <p:cNvSpPr/>
          <p:nvPr/>
        </p:nvSpPr>
        <p:spPr>
          <a:xfrm>
            <a:off x="593626" y="476672"/>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2</a:t>
            </a:r>
            <a:endParaRPr lang="en-US" dirty="0">
              <a:latin typeface="Bernard MT Condensed" pitchFamily="18" charset="0"/>
            </a:endParaRPr>
          </a:p>
        </p:txBody>
      </p:sp>
      <p:pic>
        <p:nvPicPr>
          <p:cNvPr id="26" name="Picture 37" descr="garuda"/>
          <p:cNvPicPr>
            <a:picLocks noChangeAspect="1" noChangeArrowheads="1"/>
          </p:cNvPicPr>
          <p:nvPr/>
        </p:nvPicPr>
        <p:blipFill>
          <a:blip r:embed="rId2"/>
          <a:srcRect/>
          <a:stretch>
            <a:fillRect/>
          </a:stretch>
        </p:blipFill>
        <p:spPr bwMode="auto">
          <a:xfrm>
            <a:off x="8115436" y="217274"/>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4264466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0-#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1000" fill="hold"/>
                                        <p:tgtEl>
                                          <p:spTgt spid="14"/>
                                        </p:tgtEl>
                                        <p:attrNameLst>
                                          <p:attrName>ppt_x</p:attrName>
                                        </p:attrNameLst>
                                      </p:cBhvr>
                                      <p:tavLst>
                                        <p:tav tm="0">
                                          <p:val>
                                            <p:strVal val="0-#ppt_w/2"/>
                                          </p:val>
                                        </p:tav>
                                        <p:tav tm="100000">
                                          <p:val>
                                            <p:strVal val="#ppt_x"/>
                                          </p:val>
                                        </p:tav>
                                      </p:tavLst>
                                    </p:anim>
                                    <p:anim calcmode="lin" valueType="num">
                                      <p:cBhvr additive="base">
                                        <p:cTn id="16" dur="1000" fill="hold"/>
                                        <p:tgtEl>
                                          <p:spTgt spid="14"/>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000" fill="hold"/>
                                        <p:tgtEl>
                                          <p:spTgt spid="13"/>
                                        </p:tgtEl>
                                        <p:attrNameLst>
                                          <p:attrName>ppt_x</p:attrName>
                                        </p:attrNameLst>
                                      </p:cBhvr>
                                      <p:tavLst>
                                        <p:tav tm="0">
                                          <p:val>
                                            <p:strVal val="0-#ppt_w/2"/>
                                          </p:val>
                                        </p:tav>
                                        <p:tav tm="100000">
                                          <p:val>
                                            <p:strVal val="#ppt_x"/>
                                          </p:val>
                                        </p:tav>
                                      </p:tavLst>
                                    </p:anim>
                                    <p:anim calcmode="lin" valueType="num">
                                      <p:cBhvr additive="base">
                                        <p:cTn id="20" dur="100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1000" fill="hold"/>
                                        <p:tgtEl>
                                          <p:spTgt spid="12"/>
                                        </p:tgtEl>
                                        <p:attrNameLst>
                                          <p:attrName>ppt_x</p:attrName>
                                        </p:attrNameLst>
                                      </p:cBhvr>
                                      <p:tavLst>
                                        <p:tav tm="0">
                                          <p:val>
                                            <p:strVal val="0-#ppt_w/2"/>
                                          </p:val>
                                        </p:tav>
                                        <p:tav tm="100000">
                                          <p:val>
                                            <p:strVal val="#ppt_x"/>
                                          </p:val>
                                        </p:tav>
                                      </p:tavLst>
                                    </p:anim>
                                    <p:anim calcmode="lin" valueType="num">
                                      <p:cBhvr additive="base">
                                        <p:cTn id="24" dur="10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1000" fill="hold"/>
                                        <p:tgtEl>
                                          <p:spTgt spid="10"/>
                                        </p:tgtEl>
                                        <p:attrNameLst>
                                          <p:attrName>ppt_x</p:attrName>
                                        </p:attrNameLst>
                                      </p:cBhvr>
                                      <p:tavLst>
                                        <p:tav tm="0">
                                          <p:val>
                                            <p:strVal val="0-#ppt_w/2"/>
                                          </p:val>
                                        </p:tav>
                                        <p:tav tm="100000">
                                          <p:val>
                                            <p:strVal val="#ppt_x"/>
                                          </p:val>
                                        </p:tav>
                                      </p:tavLst>
                                    </p:anim>
                                    <p:anim calcmode="lin" valueType="num">
                                      <p:cBhvr additive="base">
                                        <p:cTn id="28" dur="10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wipe(down)">
                                      <p:cBhvr>
                                        <p:cTn id="38" dur="500"/>
                                        <p:tgtEl>
                                          <p:spTgt spid="38"/>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up)">
                                      <p:cBhvr>
                                        <p:cTn id="46" dur="500"/>
                                        <p:tgtEl>
                                          <p:spTgt spid="37"/>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up)">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down)">
                                      <p:cBhvr>
                                        <p:cTn id="54" dur="500"/>
                                        <p:tgtEl>
                                          <p:spTgt spid="31"/>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down)">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up)">
                                      <p:cBhvr>
                                        <p:cTn id="62" dur="500"/>
                                        <p:tgtEl>
                                          <p:spTgt spid="36"/>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up)">
                                      <p:cBhvr>
                                        <p:cTn id="65" dur="500"/>
                                        <p:tgtEl>
                                          <p:spTgt spid="32"/>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wipe(down)">
                                      <p:cBhvr>
                                        <p:cTn id="68" dur="500"/>
                                        <p:tgtEl>
                                          <p:spTgt spid="41"/>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40"/>
                                        </p:tgtEl>
                                        <p:attrNameLst>
                                          <p:attrName>style.visibility</p:attrName>
                                        </p:attrNameLst>
                                      </p:cBhvr>
                                      <p:to>
                                        <p:strVal val="visible"/>
                                      </p:to>
                                    </p:set>
                                    <p:animEffect transition="in" filter="wipe(left)">
                                      <p:cBhvr>
                                        <p:cTn id="71" dur="500"/>
                                        <p:tgtEl>
                                          <p:spTgt spid="40"/>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wipe(down)">
                                      <p:cBhvr>
                                        <p:cTn id="7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p:bldP spid="19" grpId="0"/>
      <p:bldP spid="30" grpId="0" animBg="1"/>
      <p:bldP spid="31" grpId="0" animBg="1"/>
      <p:bldP spid="32" grpId="0" animBg="1"/>
      <p:bldP spid="37" grpId="0" animBg="1"/>
      <p:bldP spid="39" grpId="0"/>
      <p:bldP spid="40" grpId="0" animBg="1"/>
      <p:bldP spid="41" grpId="0" animBg="1"/>
      <p:bldP spid="9" grpId="0" animBg="1"/>
      <p:bldP spid="36" grpId="0" animBg="1"/>
      <p:bldP spid="14" grpId="0" animBg="1"/>
      <p:bldP spid="13" grpId="0" animBg="1"/>
      <p:bldP spid="12" grpId="0" animBg="1"/>
      <p:bldP spid="38"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E1B59"/>
        </a:solidFill>
        <a:effectLst/>
      </p:bgPr>
    </p:bg>
    <p:spTree>
      <p:nvGrpSpPr>
        <p:cNvPr id="1" name=""/>
        <p:cNvGrpSpPr/>
        <p:nvPr/>
      </p:nvGrpSpPr>
      <p:grpSpPr>
        <a:xfrm>
          <a:off x="0" y="0"/>
          <a:ext cx="0" cy="0"/>
          <a:chOff x="0" y="0"/>
          <a:chExt cx="0" cy="0"/>
        </a:xfrm>
      </p:grpSpPr>
      <p:sp>
        <p:nvSpPr>
          <p:cNvPr id="2" name="Frame 1"/>
          <p:cNvSpPr/>
          <p:nvPr/>
        </p:nvSpPr>
        <p:spPr>
          <a:xfrm>
            <a:off x="0" y="0"/>
            <a:ext cx="9144000" cy="6858000"/>
          </a:xfrm>
          <a:prstGeom prst="frame">
            <a:avLst>
              <a:gd name="adj1" fmla="val 457"/>
            </a:avLst>
          </a:prstGeom>
          <a:solidFill>
            <a:srgbClr val="FFC000"/>
          </a:solidFill>
          <a:ln>
            <a:solidFill>
              <a:srgbClr val="FFC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t">
            <a:sp3d extrusionH="57150">
              <a:bevelT w="38100" h="38100"/>
            </a:sp3d>
          </a:bodyPr>
          <a:lstStyle/>
          <a:p>
            <a:pPr algn="r"/>
            <a:r>
              <a:rPr lang="en-US" sz="1200" dirty="0">
                <a:ln>
                  <a:solidFill>
                    <a:schemeClr val="bg1">
                      <a:lumMod val="95000"/>
                    </a:schemeClr>
                  </a:solidFill>
                </a:ln>
                <a:solidFill>
                  <a:schemeClr val="bg1">
                    <a:lumMod val="95000"/>
                  </a:schemeClr>
                </a:solidFill>
                <a:latin typeface="Bernard MT Condensed" pitchFamily="18" charset="0"/>
              </a:rPr>
              <a:t>SEJARAH LAHIRNYA PANCASILA</a:t>
            </a:r>
          </a:p>
        </p:txBody>
      </p:sp>
      <p:sp>
        <p:nvSpPr>
          <p:cNvPr id="1025" name="Rectangle 1"/>
          <p:cNvSpPr>
            <a:spLocks noChangeArrowheads="1"/>
          </p:cNvSpPr>
          <p:nvPr/>
        </p:nvSpPr>
        <p:spPr bwMode="auto">
          <a:xfrm>
            <a:off x="2903158" y="71414"/>
            <a:ext cx="3454792" cy="30777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pt-BR" sz="1400" b="0" u="none" strike="noStrike" cap="none" normalizeH="0" baseline="0" dirty="0">
                <a:ln>
                  <a:noFill/>
                </a:ln>
                <a:solidFill>
                  <a:srgbClr val="FFFF00"/>
                </a:solidFill>
                <a:effectLst/>
                <a:latin typeface="Berlin Sans FB" pitchFamily="34" charset="0"/>
                <a:ea typeface="Times New Roman" pitchFamily="18" charset="0"/>
              </a:rPr>
              <a:t>pancasila  = dasar yang memiliki lima unsur</a:t>
            </a:r>
            <a:endParaRPr kumimoji="0" lang="pt-BR" sz="2000" b="0" u="none" strike="noStrike" cap="none" normalizeH="0" baseline="0" dirty="0">
              <a:ln>
                <a:noFill/>
              </a:ln>
              <a:solidFill>
                <a:srgbClr val="FFFF00"/>
              </a:solidFill>
              <a:effectLst/>
              <a:latin typeface="Arial" pitchFamily="34" charset="0"/>
            </a:endParaRPr>
          </a:p>
        </p:txBody>
      </p:sp>
      <p:sp>
        <p:nvSpPr>
          <p:cNvPr id="5" name="Right Arrow 4"/>
          <p:cNvSpPr/>
          <p:nvPr/>
        </p:nvSpPr>
        <p:spPr>
          <a:xfrm>
            <a:off x="675086" y="2754322"/>
            <a:ext cx="7650982" cy="1817686"/>
          </a:xfrm>
          <a:prstGeom prst="rightArrow">
            <a:avLst/>
          </a:prstGeom>
          <a:ln>
            <a:solidFill>
              <a:srgbClr val="FF0000"/>
            </a:solidFill>
          </a:ln>
          <a:scene3d>
            <a:camera prst="orthographicFront"/>
            <a:lightRig rig="threePt" dir="t">
              <a:rot lat="0" lon="0" rev="7500000"/>
            </a:lightRig>
          </a:scene3d>
          <a:sp3d z="-152400" extrusionH="63500" prstMaterial="matte">
            <a:bevelT w="144450" h="6350" prst="relaxedInset"/>
            <a:contourClr>
              <a:schemeClr val="bg1"/>
            </a:contourClr>
          </a:sp3d>
        </p:spPr>
        <p:style>
          <a:lnRef idx="0">
            <a:scrgbClr r="0" g="0" b="0"/>
          </a:lnRef>
          <a:fillRef idx="3">
            <a:schemeClr val="dk2">
              <a:tint val="40000"/>
              <a:hueOff val="0"/>
              <a:satOff val="0"/>
              <a:lumOff val="0"/>
              <a:alphaOff val="0"/>
            </a:schemeClr>
          </a:fillRef>
          <a:effectRef idx="0">
            <a:schemeClr val="dk2">
              <a:tint val="40000"/>
              <a:hueOff val="0"/>
              <a:satOff val="0"/>
              <a:lumOff val="0"/>
              <a:alphaOff val="0"/>
            </a:schemeClr>
          </a:effectRef>
          <a:fontRef idx="minor">
            <a:schemeClr val="dk1">
              <a:hueOff val="0"/>
              <a:satOff val="0"/>
              <a:lumOff val="0"/>
              <a:alphaOff val="0"/>
            </a:schemeClr>
          </a:fontRef>
        </p:style>
        <p:txBody>
          <a:bodyPr anchor="ctr"/>
          <a:lstStyle/>
          <a:p>
            <a:pPr algn="ctr"/>
            <a:r>
              <a:rPr lang="id-ID" sz="2800" b="1" dirty="0">
                <a:solidFill>
                  <a:srgbClr val="FF0000"/>
                </a:solidFill>
              </a:rPr>
              <a:t>KRONOLOGIS PERUMUSAN PANCASILA</a:t>
            </a:r>
          </a:p>
        </p:txBody>
      </p:sp>
      <p:sp>
        <p:nvSpPr>
          <p:cNvPr id="6" name="Freeform 5"/>
          <p:cNvSpPr/>
          <p:nvPr/>
        </p:nvSpPr>
        <p:spPr>
          <a:xfrm>
            <a:off x="100401" y="3299627"/>
            <a:ext cx="738605" cy="727074"/>
          </a:xfrm>
          <a:custGeom>
            <a:avLst/>
            <a:gdLst>
              <a:gd name="connsiteX0" fmla="*/ 0 w 738605"/>
              <a:gd name="connsiteY0" fmla="*/ 121181 h 727074"/>
              <a:gd name="connsiteX1" fmla="*/ 121181 w 738605"/>
              <a:gd name="connsiteY1" fmla="*/ 0 h 727074"/>
              <a:gd name="connsiteX2" fmla="*/ 617424 w 738605"/>
              <a:gd name="connsiteY2" fmla="*/ 0 h 727074"/>
              <a:gd name="connsiteX3" fmla="*/ 738605 w 738605"/>
              <a:gd name="connsiteY3" fmla="*/ 121181 h 727074"/>
              <a:gd name="connsiteX4" fmla="*/ 738605 w 738605"/>
              <a:gd name="connsiteY4" fmla="*/ 605893 h 727074"/>
              <a:gd name="connsiteX5" fmla="*/ 617424 w 738605"/>
              <a:gd name="connsiteY5" fmla="*/ 727074 h 727074"/>
              <a:gd name="connsiteX6" fmla="*/ 121181 w 738605"/>
              <a:gd name="connsiteY6" fmla="*/ 727074 h 727074"/>
              <a:gd name="connsiteX7" fmla="*/ 0 w 738605"/>
              <a:gd name="connsiteY7" fmla="*/ 605893 h 727074"/>
              <a:gd name="connsiteX8" fmla="*/ 0 w 738605"/>
              <a:gd name="connsiteY8" fmla="*/ 121181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605" h="727074">
                <a:moveTo>
                  <a:pt x="0" y="121181"/>
                </a:moveTo>
                <a:cubicBezTo>
                  <a:pt x="0" y="54255"/>
                  <a:pt x="54255" y="0"/>
                  <a:pt x="121181" y="0"/>
                </a:cubicBezTo>
                <a:lnTo>
                  <a:pt x="617424" y="0"/>
                </a:lnTo>
                <a:cubicBezTo>
                  <a:pt x="684350" y="0"/>
                  <a:pt x="738605" y="54255"/>
                  <a:pt x="738605" y="121181"/>
                </a:cubicBezTo>
                <a:lnTo>
                  <a:pt x="738605" y="605893"/>
                </a:lnTo>
                <a:cubicBezTo>
                  <a:pt x="738605" y="672819"/>
                  <a:pt x="684350" y="727074"/>
                  <a:pt x="617424" y="727074"/>
                </a:cubicBezTo>
                <a:lnTo>
                  <a:pt x="121181" y="727074"/>
                </a:lnTo>
                <a:cubicBezTo>
                  <a:pt x="54255" y="727074"/>
                  <a:pt x="0" y="672819"/>
                  <a:pt x="0" y="605893"/>
                </a:cubicBezTo>
                <a:lnTo>
                  <a:pt x="0" y="121181"/>
                </a:lnTo>
                <a:close/>
              </a:path>
            </a:pathLst>
          </a:custGeom>
          <a:solidFill>
            <a:schemeClr val="tx1"/>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65973" tIns="65973" rIns="65973" bIns="65973" numCol="1" spcCol="1270" anchor="ctr" anchorCtr="0">
            <a:noAutofit/>
          </a:bodyPr>
          <a:lstStyle/>
          <a:p>
            <a:pPr lvl="0" algn="ctr" defTabSz="355600">
              <a:lnSpc>
                <a:spcPct val="90000"/>
              </a:lnSpc>
              <a:spcBef>
                <a:spcPct val="0"/>
              </a:spcBef>
              <a:spcAft>
                <a:spcPct val="35000"/>
              </a:spcAft>
            </a:pPr>
            <a:r>
              <a:rPr lang="en-US" sz="800" b="1" kern="1200" dirty="0">
                <a:latin typeface="Arial Narrow" pitchFamily="34" charset="0"/>
              </a:rPr>
              <a:t>MASYARAKAT</a:t>
            </a:r>
          </a:p>
        </p:txBody>
      </p:sp>
      <p:sp>
        <p:nvSpPr>
          <p:cNvPr id="7" name="Freeform 6"/>
          <p:cNvSpPr/>
          <p:nvPr/>
        </p:nvSpPr>
        <p:spPr>
          <a:xfrm>
            <a:off x="856045" y="3299627"/>
            <a:ext cx="738605" cy="727074"/>
          </a:xfrm>
          <a:custGeom>
            <a:avLst/>
            <a:gdLst>
              <a:gd name="connsiteX0" fmla="*/ 0 w 738605"/>
              <a:gd name="connsiteY0" fmla="*/ 121181 h 727074"/>
              <a:gd name="connsiteX1" fmla="*/ 121181 w 738605"/>
              <a:gd name="connsiteY1" fmla="*/ 0 h 727074"/>
              <a:gd name="connsiteX2" fmla="*/ 617424 w 738605"/>
              <a:gd name="connsiteY2" fmla="*/ 0 h 727074"/>
              <a:gd name="connsiteX3" fmla="*/ 738605 w 738605"/>
              <a:gd name="connsiteY3" fmla="*/ 121181 h 727074"/>
              <a:gd name="connsiteX4" fmla="*/ 738605 w 738605"/>
              <a:gd name="connsiteY4" fmla="*/ 605893 h 727074"/>
              <a:gd name="connsiteX5" fmla="*/ 617424 w 738605"/>
              <a:gd name="connsiteY5" fmla="*/ 727074 h 727074"/>
              <a:gd name="connsiteX6" fmla="*/ 121181 w 738605"/>
              <a:gd name="connsiteY6" fmla="*/ 727074 h 727074"/>
              <a:gd name="connsiteX7" fmla="*/ 0 w 738605"/>
              <a:gd name="connsiteY7" fmla="*/ 605893 h 727074"/>
              <a:gd name="connsiteX8" fmla="*/ 0 w 738605"/>
              <a:gd name="connsiteY8" fmla="*/ 121181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605" h="727074">
                <a:moveTo>
                  <a:pt x="0" y="121181"/>
                </a:moveTo>
                <a:cubicBezTo>
                  <a:pt x="0" y="54255"/>
                  <a:pt x="54255" y="0"/>
                  <a:pt x="121181" y="0"/>
                </a:cubicBezTo>
                <a:lnTo>
                  <a:pt x="617424" y="0"/>
                </a:lnTo>
                <a:cubicBezTo>
                  <a:pt x="684350" y="0"/>
                  <a:pt x="738605" y="54255"/>
                  <a:pt x="738605" y="121181"/>
                </a:cubicBezTo>
                <a:lnTo>
                  <a:pt x="738605" y="605893"/>
                </a:lnTo>
                <a:cubicBezTo>
                  <a:pt x="738605" y="672819"/>
                  <a:pt x="684350" y="727074"/>
                  <a:pt x="617424" y="727074"/>
                </a:cubicBezTo>
                <a:lnTo>
                  <a:pt x="121181" y="727074"/>
                </a:lnTo>
                <a:cubicBezTo>
                  <a:pt x="54255" y="727074"/>
                  <a:pt x="0" y="672819"/>
                  <a:pt x="0" y="605893"/>
                </a:cubicBezTo>
                <a:lnTo>
                  <a:pt x="0" y="121181"/>
                </a:lnTo>
                <a:close/>
              </a:path>
            </a:pathLst>
          </a:custGeom>
          <a:solidFill>
            <a:schemeClr val="tx1"/>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65973" tIns="65973" rIns="65973" bIns="65973" numCol="1" spcCol="1270" anchor="ctr" anchorCtr="0">
            <a:noAutofit/>
          </a:bodyPr>
          <a:lstStyle/>
          <a:p>
            <a:pPr lvl="0" algn="ctr" defTabSz="355600">
              <a:lnSpc>
                <a:spcPct val="90000"/>
              </a:lnSpc>
              <a:spcBef>
                <a:spcPct val="0"/>
              </a:spcBef>
              <a:spcAft>
                <a:spcPct val="35000"/>
              </a:spcAft>
            </a:pPr>
            <a:r>
              <a:rPr lang="en-US" sz="800" b="1" kern="1200" dirty="0">
                <a:latin typeface="Arial Narrow" pitchFamily="34" charset="0"/>
              </a:rPr>
              <a:t>JAMAN MAJAPAHIT (ABAD XIV) </a:t>
            </a:r>
          </a:p>
        </p:txBody>
      </p:sp>
      <p:sp>
        <p:nvSpPr>
          <p:cNvPr id="8" name="Freeform 7"/>
          <p:cNvSpPr/>
          <p:nvPr/>
        </p:nvSpPr>
        <p:spPr>
          <a:xfrm>
            <a:off x="1629622" y="3299627"/>
            <a:ext cx="916594" cy="727074"/>
          </a:xfrm>
          <a:custGeom>
            <a:avLst/>
            <a:gdLst>
              <a:gd name="connsiteX0" fmla="*/ 0 w 916594"/>
              <a:gd name="connsiteY0" fmla="*/ 121181 h 727074"/>
              <a:gd name="connsiteX1" fmla="*/ 121181 w 916594"/>
              <a:gd name="connsiteY1" fmla="*/ 0 h 727074"/>
              <a:gd name="connsiteX2" fmla="*/ 795413 w 916594"/>
              <a:gd name="connsiteY2" fmla="*/ 0 h 727074"/>
              <a:gd name="connsiteX3" fmla="*/ 916594 w 916594"/>
              <a:gd name="connsiteY3" fmla="*/ 121181 h 727074"/>
              <a:gd name="connsiteX4" fmla="*/ 916594 w 916594"/>
              <a:gd name="connsiteY4" fmla="*/ 605893 h 727074"/>
              <a:gd name="connsiteX5" fmla="*/ 795413 w 916594"/>
              <a:gd name="connsiteY5" fmla="*/ 727074 h 727074"/>
              <a:gd name="connsiteX6" fmla="*/ 121181 w 916594"/>
              <a:gd name="connsiteY6" fmla="*/ 727074 h 727074"/>
              <a:gd name="connsiteX7" fmla="*/ 0 w 916594"/>
              <a:gd name="connsiteY7" fmla="*/ 605893 h 727074"/>
              <a:gd name="connsiteX8" fmla="*/ 0 w 916594"/>
              <a:gd name="connsiteY8" fmla="*/ 121181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6594" h="727074">
                <a:moveTo>
                  <a:pt x="0" y="121181"/>
                </a:moveTo>
                <a:cubicBezTo>
                  <a:pt x="0" y="54255"/>
                  <a:pt x="54255" y="0"/>
                  <a:pt x="121181" y="0"/>
                </a:cubicBezTo>
                <a:lnTo>
                  <a:pt x="795413" y="0"/>
                </a:lnTo>
                <a:cubicBezTo>
                  <a:pt x="862339" y="0"/>
                  <a:pt x="916594" y="54255"/>
                  <a:pt x="916594" y="121181"/>
                </a:cubicBezTo>
                <a:lnTo>
                  <a:pt x="916594" y="605893"/>
                </a:lnTo>
                <a:cubicBezTo>
                  <a:pt x="916594" y="672819"/>
                  <a:pt x="862339" y="727074"/>
                  <a:pt x="795413" y="727074"/>
                </a:cubicBezTo>
                <a:lnTo>
                  <a:pt x="121181" y="727074"/>
                </a:lnTo>
                <a:cubicBezTo>
                  <a:pt x="54255" y="727074"/>
                  <a:pt x="0" y="672819"/>
                  <a:pt x="0" y="605893"/>
                </a:cubicBezTo>
                <a:lnTo>
                  <a:pt x="0" y="121181"/>
                </a:lnTo>
                <a:close/>
              </a:path>
            </a:pathLst>
          </a:custGeom>
          <a:solidFill>
            <a:srgbClr val="FF0000"/>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65973" tIns="65973" rIns="65973" bIns="65973" numCol="1" spcCol="1270" anchor="ctr" anchorCtr="0">
            <a:noAutofit/>
          </a:bodyPr>
          <a:lstStyle/>
          <a:p>
            <a:pPr lvl="0" algn="ctr" defTabSz="355600">
              <a:lnSpc>
                <a:spcPct val="90000"/>
              </a:lnSpc>
              <a:spcBef>
                <a:spcPct val="0"/>
              </a:spcBef>
              <a:spcAft>
                <a:spcPct val="35000"/>
              </a:spcAft>
            </a:pPr>
            <a:r>
              <a:rPr lang="en-US" sz="800" b="1" kern="1200" dirty="0">
                <a:latin typeface="Arial Narrow" pitchFamily="34" charset="0"/>
              </a:rPr>
              <a:t>SIDANG BPUPKI I               </a:t>
            </a:r>
            <a:r>
              <a:rPr lang="pt-BR" sz="800" b="1" kern="1200" dirty="0">
                <a:latin typeface="Arial Narrow" pitchFamily="34" charset="0"/>
              </a:rPr>
              <a:t>[ 29 MEI  s/d 1 JUNI  1945 ]</a:t>
            </a:r>
            <a:endParaRPr lang="en-US" sz="800" b="1" kern="1200" dirty="0">
              <a:latin typeface="Arial Narrow" pitchFamily="34" charset="0"/>
            </a:endParaRPr>
          </a:p>
        </p:txBody>
      </p:sp>
      <p:sp>
        <p:nvSpPr>
          <p:cNvPr id="9" name="Freeform 8"/>
          <p:cNvSpPr/>
          <p:nvPr/>
        </p:nvSpPr>
        <p:spPr>
          <a:xfrm>
            <a:off x="2584520" y="3299627"/>
            <a:ext cx="916594" cy="727074"/>
          </a:xfrm>
          <a:custGeom>
            <a:avLst/>
            <a:gdLst>
              <a:gd name="connsiteX0" fmla="*/ 0 w 916594"/>
              <a:gd name="connsiteY0" fmla="*/ 121181 h 727074"/>
              <a:gd name="connsiteX1" fmla="*/ 121181 w 916594"/>
              <a:gd name="connsiteY1" fmla="*/ 0 h 727074"/>
              <a:gd name="connsiteX2" fmla="*/ 795413 w 916594"/>
              <a:gd name="connsiteY2" fmla="*/ 0 h 727074"/>
              <a:gd name="connsiteX3" fmla="*/ 916594 w 916594"/>
              <a:gd name="connsiteY3" fmla="*/ 121181 h 727074"/>
              <a:gd name="connsiteX4" fmla="*/ 916594 w 916594"/>
              <a:gd name="connsiteY4" fmla="*/ 605893 h 727074"/>
              <a:gd name="connsiteX5" fmla="*/ 795413 w 916594"/>
              <a:gd name="connsiteY5" fmla="*/ 727074 h 727074"/>
              <a:gd name="connsiteX6" fmla="*/ 121181 w 916594"/>
              <a:gd name="connsiteY6" fmla="*/ 727074 h 727074"/>
              <a:gd name="connsiteX7" fmla="*/ 0 w 916594"/>
              <a:gd name="connsiteY7" fmla="*/ 605893 h 727074"/>
              <a:gd name="connsiteX8" fmla="*/ 0 w 916594"/>
              <a:gd name="connsiteY8" fmla="*/ 121181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6594" h="727074">
                <a:moveTo>
                  <a:pt x="0" y="121181"/>
                </a:moveTo>
                <a:cubicBezTo>
                  <a:pt x="0" y="54255"/>
                  <a:pt x="54255" y="0"/>
                  <a:pt x="121181" y="0"/>
                </a:cubicBezTo>
                <a:lnTo>
                  <a:pt x="795413" y="0"/>
                </a:lnTo>
                <a:cubicBezTo>
                  <a:pt x="862339" y="0"/>
                  <a:pt x="916594" y="54255"/>
                  <a:pt x="916594" y="121181"/>
                </a:cubicBezTo>
                <a:lnTo>
                  <a:pt x="916594" y="605893"/>
                </a:lnTo>
                <a:cubicBezTo>
                  <a:pt x="916594" y="672819"/>
                  <a:pt x="862339" y="727074"/>
                  <a:pt x="795413" y="727074"/>
                </a:cubicBezTo>
                <a:lnTo>
                  <a:pt x="121181" y="727074"/>
                </a:lnTo>
                <a:cubicBezTo>
                  <a:pt x="54255" y="727074"/>
                  <a:pt x="0" y="672819"/>
                  <a:pt x="0" y="605893"/>
                </a:cubicBezTo>
                <a:lnTo>
                  <a:pt x="0" y="121181"/>
                </a:lnTo>
                <a:close/>
              </a:path>
            </a:pathLst>
          </a:custGeom>
          <a:solidFill>
            <a:schemeClr val="tx1"/>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65973" tIns="65973" rIns="65973" bIns="65973" numCol="1" spcCol="1270" anchor="ctr" anchorCtr="0">
            <a:noAutofit/>
          </a:bodyPr>
          <a:lstStyle/>
          <a:p>
            <a:pPr lvl="0" algn="ctr" defTabSz="355600">
              <a:lnSpc>
                <a:spcPct val="90000"/>
              </a:lnSpc>
              <a:spcBef>
                <a:spcPct val="0"/>
              </a:spcBef>
              <a:spcAft>
                <a:spcPct val="35000"/>
              </a:spcAft>
            </a:pPr>
            <a:r>
              <a:rPr lang="id-ID" sz="800" b="1" kern="1200" dirty="0">
                <a:latin typeface="Arial Narrow" pitchFamily="34" charset="0"/>
              </a:rPr>
              <a:t>SIDANG BPUPKI II</a:t>
            </a:r>
          </a:p>
          <a:p>
            <a:pPr lvl="0" algn="ctr" defTabSz="355600">
              <a:lnSpc>
                <a:spcPct val="90000"/>
              </a:lnSpc>
              <a:spcBef>
                <a:spcPct val="0"/>
              </a:spcBef>
              <a:spcAft>
                <a:spcPct val="35000"/>
              </a:spcAft>
            </a:pPr>
            <a:r>
              <a:rPr lang="fi-FI" sz="800" b="1" kern="1200" dirty="0">
                <a:latin typeface="Arial Narrow" pitchFamily="34" charset="0"/>
              </a:rPr>
              <a:t>PIAGAM JAKARTA                </a:t>
            </a:r>
            <a:r>
              <a:rPr lang="id-ID" sz="800" b="1" kern="1200" dirty="0">
                <a:latin typeface="Arial Narrow" pitchFamily="34" charset="0"/>
              </a:rPr>
              <a:t>10-16 JULI </a:t>
            </a:r>
            <a:r>
              <a:rPr lang="fi-FI" sz="800" b="1" kern="1200" dirty="0">
                <a:latin typeface="Arial Narrow" pitchFamily="34" charset="0"/>
              </a:rPr>
              <a:t>1945 ]</a:t>
            </a:r>
            <a:endParaRPr lang="en-US" sz="800" b="1" kern="1200" dirty="0">
              <a:latin typeface="Arial Narrow" pitchFamily="34" charset="0"/>
            </a:endParaRPr>
          </a:p>
        </p:txBody>
      </p:sp>
      <p:sp>
        <p:nvSpPr>
          <p:cNvPr id="10" name="Freeform 9"/>
          <p:cNvSpPr/>
          <p:nvPr/>
        </p:nvSpPr>
        <p:spPr>
          <a:xfrm>
            <a:off x="3533996" y="3299627"/>
            <a:ext cx="1061139" cy="727074"/>
          </a:xfrm>
          <a:custGeom>
            <a:avLst/>
            <a:gdLst>
              <a:gd name="connsiteX0" fmla="*/ 0 w 1061139"/>
              <a:gd name="connsiteY0" fmla="*/ 121181 h 727074"/>
              <a:gd name="connsiteX1" fmla="*/ 121181 w 1061139"/>
              <a:gd name="connsiteY1" fmla="*/ 0 h 727074"/>
              <a:gd name="connsiteX2" fmla="*/ 939958 w 1061139"/>
              <a:gd name="connsiteY2" fmla="*/ 0 h 727074"/>
              <a:gd name="connsiteX3" fmla="*/ 1061139 w 1061139"/>
              <a:gd name="connsiteY3" fmla="*/ 121181 h 727074"/>
              <a:gd name="connsiteX4" fmla="*/ 1061139 w 1061139"/>
              <a:gd name="connsiteY4" fmla="*/ 605893 h 727074"/>
              <a:gd name="connsiteX5" fmla="*/ 939958 w 1061139"/>
              <a:gd name="connsiteY5" fmla="*/ 727074 h 727074"/>
              <a:gd name="connsiteX6" fmla="*/ 121181 w 1061139"/>
              <a:gd name="connsiteY6" fmla="*/ 727074 h 727074"/>
              <a:gd name="connsiteX7" fmla="*/ 0 w 1061139"/>
              <a:gd name="connsiteY7" fmla="*/ 605893 h 727074"/>
              <a:gd name="connsiteX8" fmla="*/ 0 w 1061139"/>
              <a:gd name="connsiteY8" fmla="*/ 121181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1139" h="727074">
                <a:moveTo>
                  <a:pt x="0" y="121181"/>
                </a:moveTo>
                <a:cubicBezTo>
                  <a:pt x="0" y="54255"/>
                  <a:pt x="54255" y="0"/>
                  <a:pt x="121181" y="0"/>
                </a:cubicBezTo>
                <a:lnTo>
                  <a:pt x="939958" y="0"/>
                </a:lnTo>
                <a:cubicBezTo>
                  <a:pt x="1006884" y="0"/>
                  <a:pt x="1061139" y="54255"/>
                  <a:pt x="1061139" y="121181"/>
                </a:cubicBezTo>
                <a:lnTo>
                  <a:pt x="1061139" y="605893"/>
                </a:lnTo>
                <a:cubicBezTo>
                  <a:pt x="1061139" y="672819"/>
                  <a:pt x="1006884" y="727074"/>
                  <a:pt x="939958" y="727074"/>
                </a:cubicBezTo>
                <a:lnTo>
                  <a:pt x="121181" y="727074"/>
                </a:lnTo>
                <a:cubicBezTo>
                  <a:pt x="54255" y="727074"/>
                  <a:pt x="0" y="672819"/>
                  <a:pt x="0" y="605893"/>
                </a:cubicBezTo>
                <a:lnTo>
                  <a:pt x="0" y="121181"/>
                </a:lnTo>
                <a:close/>
              </a:path>
            </a:pathLst>
          </a:custGeom>
          <a:solidFill>
            <a:srgbClr val="FF0000"/>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73593" tIns="73593" rIns="73593" bIns="73593" numCol="1" spcCol="1270" anchor="ctr" anchorCtr="0">
            <a:noAutofit/>
          </a:bodyPr>
          <a:lstStyle/>
          <a:p>
            <a:pPr lvl="0" algn="ctr" defTabSz="444500">
              <a:lnSpc>
                <a:spcPct val="90000"/>
              </a:lnSpc>
              <a:spcBef>
                <a:spcPct val="0"/>
              </a:spcBef>
              <a:spcAft>
                <a:spcPct val="35000"/>
              </a:spcAft>
            </a:pPr>
            <a:r>
              <a:rPr lang="en-US" sz="1000" b="1" kern="1200" dirty="0">
                <a:latin typeface="Arial Narrow" pitchFamily="34" charset="0"/>
                <a:cs typeface="Arial" pitchFamily="34" charset="0"/>
              </a:rPr>
              <a:t>PROKLAMASI KEMERDEKAAN</a:t>
            </a:r>
          </a:p>
        </p:txBody>
      </p:sp>
      <p:sp>
        <p:nvSpPr>
          <p:cNvPr id="13" name="Freeform 12"/>
          <p:cNvSpPr/>
          <p:nvPr/>
        </p:nvSpPr>
        <p:spPr>
          <a:xfrm>
            <a:off x="4633978" y="3299627"/>
            <a:ext cx="869493" cy="727074"/>
          </a:xfrm>
          <a:custGeom>
            <a:avLst/>
            <a:gdLst>
              <a:gd name="connsiteX0" fmla="*/ 0 w 869493"/>
              <a:gd name="connsiteY0" fmla="*/ 121181 h 727074"/>
              <a:gd name="connsiteX1" fmla="*/ 121181 w 869493"/>
              <a:gd name="connsiteY1" fmla="*/ 0 h 727074"/>
              <a:gd name="connsiteX2" fmla="*/ 748312 w 869493"/>
              <a:gd name="connsiteY2" fmla="*/ 0 h 727074"/>
              <a:gd name="connsiteX3" fmla="*/ 869493 w 869493"/>
              <a:gd name="connsiteY3" fmla="*/ 121181 h 727074"/>
              <a:gd name="connsiteX4" fmla="*/ 869493 w 869493"/>
              <a:gd name="connsiteY4" fmla="*/ 605893 h 727074"/>
              <a:gd name="connsiteX5" fmla="*/ 748312 w 869493"/>
              <a:gd name="connsiteY5" fmla="*/ 727074 h 727074"/>
              <a:gd name="connsiteX6" fmla="*/ 121181 w 869493"/>
              <a:gd name="connsiteY6" fmla="*/ 727074 h 727074"/>
              <a:gd name="connsiteX7" fmla="*/ 0 w 869493"/>
              <a:gd name="connsiteY7" fmla="*/ 605893 h 727074"/>
              <a:gd name="connsiteX8" fmla="*/ 0 w 869493"/>
              <a:gd name="connsiteY8" fmla="*/ 121181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493" h="727074">
                <a:moveTo>
                  <a:pt x="0" y="121181"/>
                </a:moveTo>
                <a:cubicBezTo>
                  <a:pt x="0" y="54255"/>
                  <a:pt x="54255" y="0"/>
                  <a:pt x="121181" y="0"/>
                </a:cubicBezTo>
                <a:lnTo>
                  <a:pt x="748312" y="0"/>
                </a:lnTo>
                <a:cubicBezTo>
                  <a:pt x="815238" y="0"/>
                  <a:pt x="869493" y="54255"/>
                  <a:pt x="869493" y="121181"/>
                </a:cubicBezTo>
                <a:lnTo>
                  <a:pt x="869493" y="605893"/>
                </a:lnTo>
                <a:cubicBezTo>
                  <a:pt x="869493" y="672819"/>
                  <a:pt x="815238" y="727074"/>
                  <a:pt x="748312" y="727074"/>
                </a:cubicBezTo>
                <a:lnTo>
                  <a:pt x="121181" y="727074"/>
                </a:lnTo>
                <a:cubicBezTo>
                  <a:pt x="54255" y="727074"/>
                  <a:pt x="0" y="672819"/>
                  <a:pt x="0" y="605893"/>
                </a:cubicBezTo>
                <a:lnTo>
                  <a:pt x="0" y="121181"/>
                </a:lnTo>
                <a:close/>
              </a:path>
            </a:pathLst>
          </a:custGeom>
          <a:solidFill>
            <a:srgbClr val="FF0000"/>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73593" tIns="73593" rIns="73593" bIns="73593" numCol="1" spcCol="1270" anchor="ctr" anchorCtr="0">
            <a:noAutofit/>
          </a:bodyPr>
          <a:lstStyle/>
          <a:p>
            <a:pPr lvl="0" algn="ctr" defTabSz="444500">
              <a:lnSpc>
                <a:spcPct val="90000"/>
              </a:lnSpc>
              <a:spcBef>
                <a:spcPct val="0"/>
              </a:spcBef>
              <a:spcAft>
                <a:spcPct val="35000"/>
              </a:spcAft>
            </a:pPr>
            <a:r>
              <a:rPr lang="en-US" sz="1000" b="1" kern="1200" dirty="0">
                <a:latin typeface="Arial" pitchFamily="34" charset="0"/>
                <a:cs typeface="Arial" pitchFamily="34" charset="0"/>
              </a:rPr>
              <a:t>18 AGUSTUS 1945</a:t>
            </a:r>
          </a:p>
        </p:txBody>
      </p:sp>
      <p:sp>
        <p:nvSpPr>
          <p:cNvPr id="14" name="Freeform 13"/>
          <p:cNvSpPr/>
          <p:nvPr/>
        </p:nvSpPr>
        <p:spPr>
          <a:xfrm>
            <a:off x="5552277" y="3299627"/>
            <a:ext cx="954965" cy="727074"/>
          </a:xfrm>
          <a:custGeom>
            <a:avLst/>
            <a:gdLst>
              <a:gd name="connsiteX0" fmla="*/ 0 w 954965"/>
              <a:gd name="connsiteY0" fmla="*/ 121181 h 727074"/>
              <a:gd name="connsiteX1" fmla="*/ 121181 w 954965"/>
              <a:gd name="connsiteY1" fmla="*/ 0 h 727074"/>
              <a:gd name="connsiteX2" fmla="*/ 833784 w 954965"/>
              <a:gd name="connsiteY2" fmla="*/ 0 h 727074"/>
              <a:gd name="connsiteX3" fmla="*/ 954965 w 954965"/>
              <a:gd name="connsiteY3" fmla="*/ 121181 h 727074"/>
              <a:gd name="connsiteX4" fmla="*/ 954965 w 954965"/>
              <a:gd name="connsiteY4" fmla="*/ 605893 h 727074"/>
              <a:gd name="connsiteX5" fmla="*/ 833784 w 954965"/>
              <a:gd name="connsiteY5" fmla="*/ 727074 h 727074"/>
              <a:gd name="connsiteX6" fmla="*/ 121181 w 954965"/>
              <a:gd name="connsiteY6" fmla="*/ 727074 h 727074"/>
              <a:gd name="connsiteX7" fmla="*/ 0 w 954965"/>
              <a:gd name="connsiteY7" fmla="*/ 605893 h 727074"/>
              <a:gd name="connsiteX8" fmla="*/ 0 w 954965"/>
              <a:gd name="connsiteY8" fmla="*/ 121181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4965" h="727074">
                <a:moveTo>
                  <a:pt x="0" y="121181"/>
                </a:moveTo>
                <a:cubicBezTo>
                  <a:pt x="0" y="54255"/>
                  <a:pt x="54255" y="0"/>
                  <a:pt x="121181" y="0"/>
                </a:cubicBezTo>
                <a:lnTo>
                  <a:pt x="833784" y="0"/>
                </a:lnTo>
                <a:cubicBezTo>
                  <a:pt x="900710" y="0"/>
                  <a:pt x="954965" y="54255"/>
                  <a:pt x="954965" y="121181"/>
                </a:cubicBezTo>
                <a:lnTo>
                  <a:pt x="954965" y="605893"/>
                </a:lnTo>
                <a:cubicBezTo>
                  <a:pt x="954965" y="672819"/>
                  <a:pt x="900710" y="727074"/>
                  <a:pt x="833784" y="727074"/>
                </a:cubicBezTo>
                <a:lnTo>
                  <a:pt x="121181" y="727074"/>
                </a:lnTo>
                <a:cubicBezTo>
                  <a:pt x="54255" y="727074"/>
                  <a:pt x="0" y="672819"/>
                  <a:pt x="0" y="605893"/>
                </a:cubicBezTo>
                <a:lnTo>
                  <a:pt x="0" y="121181"/>
                </a:lnTo>
                <a:close/>
              </a:path>
            </a:pathLst>
          </a:custGeom>
          <a:solidFill>
            <a:schemeClr val="tx1"/>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69783" tIns="69783" rIns="69783" bIns="69783" numCol="1" spcCol="1270" anchor="ctr" anchorCtr="0">
            <a:noAutofit/>
          </a:bodyPr>
          <a:lstStyle/>
          <a:p>
            <a:pPr lvl="0" algn="ctr" defTabSz="400050">
              <a:lnSpc>
                <a:spcPct val="90000"/>
              </a:lnSpc>
              <a:spcBef>
                <a:spcPct val="0"/>
              </a:spcBef>
              <a:spcAft>
                <a:spcPct val="35000"/>
              </a:spcAft>
            </a:pPr>
            <a:r>
              <a:rPr lang="sv-SE" sz="900" b="1" kern="1200" dirty="0">
                <a:latin typeface="Arial Narrow" pitchFamily="34" charset="0"/>
                <a:cs typeface="Arial" pitchFamily="34" charset="0"/>
              </a:rPr>
              <a:t>KONSITUSI RIS  29  DES 1949    s/d                       17  AGT  1950</a:t>
            </a:r>
            <a:endParaRPr lang="en-US" sz="900" b="1" kern="1200" dirty="0">
              <a:latin typeface="Arial Narrow" pitchFamily="34" charset="0"/>
              <a:cs typeface="Arial" pitchFamily="34" charset="0"/>
            </a:endParaRPr>
          </a:p>
        </p:txBody>
      </p:sp>
      <p:sp>
        <p:nvSpPr>
          <p:cNvPr id="16" name="Freeform 15"/>
          <p:cNvSpPr/>
          <p:nvPr/>
        </p:nvSpPr>
        <p:spPr>
          <a:xfrm>
            <a:off x="6540737" y="3299627"/>
            <a:ext cx="976739" cy="727074"/>
          </a:xfrm>
          <a:custGeom>
            <a:avLst/>
            <a:gdLst>
              <a:gd name="connsiteX0" fmla="*/ 0 w 976739"/>
              <a:gd name="connsiteY0" fmla="*/ 121181 h 727074"/>
              <a:gd name="connsiteX1" fmla="*/ 121181 w 976739"/>
              <a:gd name="connsiteY1" fmla="*/ 0 h 727074"/>
              <a:gd name="connsiteX2" fmla="*/ 855558 w 976739"/>
              <a:gd name="connsiteY2" fmla="*/ 0 h 727074"/>
              <a:gd name="connsiteX3" fmla="*/ 976739 w 976739"/>
              <a:gd name="connsiteY3" fmla="*/ 121181 h 727074"/>
              <a:gd name="connsiteX4" fmla="*/ 976739 w 976739"/>
              <a:gd name="connsiteY4" fmla="*/ 605893 h 727074"/>
              <a:gd name="connsiteX5" fmla="*/ 855558 w 976739"/>
              <a:gd name="connsiteY5" fmla="*/ 727074 h 727074"/>
              <a:gd name="connsiteX6" fmla="*/ 121181 w 976739"/>
              <a:gd name="connsiteY6" fmla="*/ 727074 h 727074"/>
              <a:gd name="connsiteX7" fmla="*/ 0 w 976739"/>
              <a:gd name="connsiteY7" fmla="*/ 605893 h 727074"/>
              <a:gd name="connsiteX8" fmla="*/ 0 w 976739"/>
              <a:gd name="connsiteY8" fmla="*/ 121181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6739" h="727074">
                <a:moveTo>
                  <a:pt x="0" y="121181"/>
                </a:moveTo>
                <a:cubicBezTo>
                  <a:pt x="0" y="54255"/>
                  <a:pt x="54255" y="0"/>
                  <a:pt x="121181" y="0"/>
                </a:cubicBezTo>
                <a:lnTo>
                  <a:pt x="855558" y="0"/>
                </a:lnTo>
                <a:cubicBezTo>
                  <a:pt x="922484" y="0"/>
                  <a:pt x="976739" y="54255"/>
                  <a:pt x="976739" y="121181"/>
                </a:cubicBezTo>
                <a:lnTo>
                  <a:pt x="976739" y="605893"/>
                </a:lnTo>
                <a:cubicBezTo>
                  <a:pt x="976739" y="672819"/>
                  <a:pt x="922484" y="727074"/>
                  <a:pt x="855558" y="727074"/>
                </a:cubicBezTo>
                <a:lnTo>
                  <a:pt x="121181" y="727074"/>
                </a:lnTo>
                <a:cubicBezTo>
                  <a:pt x="54255" y="727074"/>
                  <a:pt x="0" y="672819"/>
                  <a:pt x="0" y="605893"/>
                </a:cubicBezTo>
                <a:lnTo>
                  <a:pt x="0" y="121181"/>
                </a:lnTo>
                <a:close/>
              </a:path>
            </a:pathLst>
          </a:custGeom>
          <a:solidFill>
            <a:schemeClr val="tx1"/>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69783" tIns="69783" rIns="69783" bIns="69783" numCol="1" spcCol="1270" anchor="ctr" anchorCtr="0">
            <a:noAutofit/>
          </a:bodyPr>
          <a:lstStyle/>
          <a:p>
            <a:pPr lvl="0" algn="ctr" defTabSz="400050">
              <a:lnSpc>
                <a:spcPct val="90000"/>
              </a:lnSpc>
              <a:spcBef>
                <a:spcPct val="0"/>
              </a:spcBef>
              <a:spcAft>
                <a:spcPct val="35000"/>
              </a:spcAft>
            </a:pPr>
            <a:r>
              <a:rPr lang="sv-SE" sz="900" b="1" kern="1200" dirty="0">
                <a:latin typeface="Arial Narrow" pitchFamily="34" charset="0"/>
                <a:cs typeface="Arial" pitchFamily="34" charset="0"/>
              </a:rPr>
              <a:t>UUDS                    17  AGT  1950          s/d                           5 JUL 1959</a:t>
            </a:r>
            <a:r>
              <a:rPr lang="en-US" sz="900" b="1" kern="1200" dirty="0">
                <a:latin typeface="Arial Narrow" pitchFamily="34" charset="0"/>
                <a:cs typeface="Arial" pitchFamily="34" charset="0"/>
              </a:rPr>
              <a:t> </a:t>
            </a:r>
          </a:p>
        </p:txBody>
      </p:sp>
      <p:sp>
        <p:nvSpPr>
          <p:cNvPr id="18" name="Freeform 17"/>
          <p:cNvSpPr/>
          <p:nvPr/>
        </p:nvSpPr>
        <p:spPr>
          <a:xfrm>
            <a:off x="7549922" y="3299627"/>
            <a:ext cx="565107" cy="727074"/>
          </a:xfrm>
          <a:custGeom>
            <a:avLst/>
            <a:gdLst>
              <a:gd name="connsiteX0" fmla="*/ 0 w 565107"/>
              <a:gd name="connsiteY0" fmla="*/ 94186 h 727074"/>
              <a:gd name="connsiteX1" fmla="*/ 94186 w 565107"/>
              <a:gd name="connsiteY1" fmla="*/ 0 h 727074"/>
              <a:gd name="connsiteX2" fmla="*/ 470921 w 565107"/>
              <a:gd name="connsiteY2" fmla="*/ 0 h 727074"/>
              <a:gd name="connsiteX3" fmla="*/ 565107 w 565107"/>
              <a:gd name="connsiteY3" fmla="*/ 94186 h 727074"/>
              <a:gd name="connsiteX4" fmla="*/ 565107 w 565107"/>
              <a:gd name="connsiteY4" fmla="*/ 632888 h 727074"/>
              <a:gd name="connsiteX5" fmla="*/ 470921 w 565107"/>
              <a:gd name="connsiteY5" fmla="*/ 727074 h 727074"/>
              <a:gd name="connsiteX6" fmla="*/ 94186 w 565107"/>
              <a:gd name="connsiteY6" fmla="*/ 727074 h 727074"/>
              <a:gd name="connsiteX7" fmla="*/ 0 w 565107"/>
              <a:gd name="connsiteY7" fmla="*/ 632888 h 727074"/>
              <a:gd name="connsiteX8" fmla="*/ 0 w 565107"/>
              <a:gd name="connsiteY8" fmla="*/ 94186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107" h="727074">
                <a:moveTo>
                  <a:pt x="0" y="94186"/>
                </a:moveTo>
                <a:cubicBezTo>
                  <a:pt x="0" y="42169"/>
                  <a:pt x="42169" y="0"/>
                  <a:pt x="94186" y="0"/>
                </a:cubicBezTo>
                <a:lnTo>
                  <a:pt x="470921" y="0"/>
                </a:lnTo>
                <a:cubicBezTo>
                  <a:pt x="522938" y="0"/>
                  <a:pt x="565107" y="42169"/>
                  <a:pt x="565107" y="94186"/>
                </a:cubicBezTo>
                <a:lnTo>
                  <a:pt x="565107" y="632888"/>
                </a:lnTo>
                <a:cubicBezTo>
                  <a:pt x="565107" y="684905"/>
                  <a:pt x="522938" y="727074"/>
                  <a:pt x="470921" y="727074"/>
                </a:cubicBezTo>
                <a:lnTo>
                  <a:pt x="94186" y="727074"/>
                </a:lnTo>
                <a:cubicBezTo>
                  <a:pt x="42169" y="727074"/>
                  <a:pt x="0" y="684905"/>
                  <a:pt x="0" y="632888"/>
                </a:cubicBezTo>
                <a:lnTo>
                  <a:pt x="0" y="94186"/>
                </a:lnTo>
                <a:close/>
              </a:path>
            </a:pathLst>
          </a:custGeom>
          <a:solidFill>
            <a:schemeClr val="tx1"/>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73306" tIns="73306" rIns="73306" bIns="73306" numCol="1" spcCol="1270" anchor="ctr" anchorCtr="0">
            <a:noAutofit/>
          </a:bodyPr>
          <a:lstStyle/>
          <a:p>
            <a:pPr lvl="0" algn="ctr" defTabSz="533400">
              <a:lnSpc>
                <a:spcPct val="90000"/>
              </a:lnSpc>
              <a:spcBef>
                <a:spcPct val="0"/>
              </a:spcBef>
              <a:spcAft>
                <a:spcPct val="35000"/>
              </a:spcAft>
            </a:pPr>
            <a:r>
              <a:rPr lang="en-US" sz="1200" b="1" kern="1200" dirty="0">
                <a:latin typeface="Arial" charset="0"/>
              </a:rPr>
              <a:t>1966</a:t>
            </a:r>
          </a:p>
        </p:txBody>
      </p:sp>
      <p:sp>
        <p:nvSpPr>
          <p:cNvPr id="19" name="Freeform 18"/>
          <p:cNvSpPr/>
          <p:nvPr/>
        </p:nvSpPr>
        <p:spPr>
          <a:xfrm>
            <a:off x="8147645" y="3299627"/>
            <a:ext cx="565107" cy="727074"/>
          </a:xfrm>
          <a:custGeom>
            <a:avLst/>
            <a:gdLst>
              <a:gd name="connsiteX0" fmla="*/ 0 w 565107"/>
              <a:gd name="connsiteY0" fmla="*/ 94186 h 727074"/>
              <a:gd name="connsiteX1" fmla="*/ 94186 w 565107"/>
              <a:gd name="connsiteY1" fmla="*/ 0 h 727074"/>
              <a:gd name="connsiteX2" fmla="*/ 470921 w 565107"/>
              <a:gd name="connsiteY2" fmla="*/ 0 h 727074"/>
              <a:gd name="connsiteX3" fmla="*/ 565107 w 565107"/>
              <a:gd name="connsiteY3" fmla="*/ 94186 h 727074"/>
              <a:gd name="connsiteX4" fmla="*/ 565107 w 565107"/>
              <a:gd name="connsiteY4" fmla="*/ 632888 h 727074"/>
              <a:gd name="connsiteX5" fmla="*/ 470921 w 565107"/>
              <a:gd name="connsiteY5" fmla="*/ 727074 h 727074"/>
              <a:gd name="connsiteX6" fmla="*/ 94186 w 565107"/>
              <a:gd name="connsiteY6" fmla="*/ 727074 h 727074"/>
              <a:gd name="connsiteX7" fmla="*/ 0 w 565107"/>
              <a:gd name="connsiteY7" fmla="*/ 632888 h 727074"/>
              <a:gd name="connsiteX8" fmla="*/ 0 w 565107"/>
              <a:gd name="connsiteY8" fmla="*/ 94186 h 7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107" h="727074">
                <a:moveTo>
                  <a:pt x="0" y="94186"/>
                </a:moveTo>
                <a:cubicBezTo>
                  <a:pt x="0" y="42169"/>
                  <a:pt x="42169" y="0"/>
                  <a:pt x="94186" y="0"/>
                </a:cubicBezTo>
                <a:lnTo>
                  <a:pt x="470921" y="0"/>
                </a:lnTo>
                <a:cubicBezTo>
                  <a:pt x="522938" y="0"/>
                  <a:pt x="565107" y="42169"/>
                  <a:pt x="565107" y="94186"/>
                </a:cubicBezTo>
                <a:lnTo>
                  <a:pt x="565107" y="632888"/>
                </a:lnTo>
                <a:cubicBezTo>
                  <a:pt x="565107" y="684905"/>
                  <a:pt x="522938" y="727074"/>
                  <a:pt x="470921" y="727074"/>
                </a:cubicBezTo>
                <a:lnTo>
                  <a:pt x="94186" y="727074"/>
                </a:lnTo>
                <a:cubicBezTo>
                  <a:pt x="42169" y="727074"/>
                  <a:pt x="0" y="684905"/>
                  <a:pt x="0" y="632888"/>
                </a:cubicBezTo>
                <a:lnTo>
                  <a:pt x="0" y="94186"/>
                </a:lnTo>
                <a:close/>
              </a:path>
            </a:pathLst>
          </a:custGeom>
          <a:solidFill>
            <a:schemeClr val="tx1"/>
          </a:solidFill>
          <a:scene3d>
            <a:camera prst="orthographicFront"/>
            <a:lightRig rig="threePt" dir="t">
              <a:rot lat="0" lon="0" rev="7500000"/>
            </a:lightRig>
          </a:scene3d>
          <a:sp3d prstMaterial="plastic">
            <a:bevelT w="127000" h="25400" prst="relaxedInset"/>
          </a:sp3d>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spcFirstLastPara="0" vert="horz" wrap="square" lIns="73306" tIns="73306" rIns="73306" bIns="73306" numCol="1" spcCol="1270" anchor="ctr" anchorCtr="0">
            <a:noAutofit/>
          </a:bodyPr>
          <a:lstStyle/>
          <a:p>
            <a:pPr lvl="0" algn="ctr" defTabSz="533400">
              <a:lnSpc>
                <a:spcPct val="90000"/>
              </a:lnSpc>
              <a:spcBef>
                <a:spcPct val="0"/>
              </a:spcBef>
              <a:spcAft>
                <a:spcPct val="35000"/>
              </a:spcAft>
            </a:pPr>
            <a:r>
              <a:rPr lang="en-US" sz="1200" b="1" kern="1200" dirty="0">
                <a:latin typeface="Arial" charset="0"/>
              </a:rPr>
              <a:t>1968</a:t>
            </a:r>
          </a:p>
        </p:txBody>
      </p:sp>
      <p:sp>
        <p:nvSpPr>
          <p:cNvPr id="3073" name="Rectangle 1"/>
          <p:cNvSpPr>
            <a:spLocks noChangeArrowheads="1"/>
          </p:cNvSpPr>
          <p:nvPr/>
        </p:nvSpPr>
        <p:spPr bwMode="auto">
          <a:xfrm>
            <a:off x="-32" y="2071678"/>
            <a:ext cx="1785950" cy="938719"/>
          </a:xfrm>
          <a:prstGeom prst="rect">
            <a:avLst/>
          </a:prstGeom>
          <a:noFill/>
          <a:ln w="9525">
            <a:solidFill>
              <a:schemeClr val="bg1">
                <a:lumMod val="9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marL="173038" marR="0" lvl="0" indent="-173038" algn="just" defTabSz="914400" rtl="0" eaLnBrk="1" fontAlgn="base" latinLnBrk="0" hangingPunct="1">
              <a:lnSpc>
                <a:spcPct val="100000"/>
              </a:lnSpc>
              <a:spcBef>
                <a:spcPct val="0"/>
              </a:spcBef>
              <a:spcAft>
                <a:spcPct val="0"/>
              </a:spcAft>
              <a:buClrTx/>
              <a:buSzTx/>
              <a:buFont typeface="+mj-lt"/>
              <a:buAutoNum type="arabicPeriod"/>
              <a:tabLst/>
            </a:pPr>
            <a:r>
              <a:rPr kumimoji="0" lang="sv-SE" sz="1100" b="0" i="0" u="none" strike="noStrike" cap="none" normalizeH="0" baseline="0" dirty="0">
                <a:ln>
                  <a:noFill/>
                </a:ln>
                <a:solidFill>
                  <a:schemeClr val="bg1"/>
                </a:solidFill>
                <a:effectLst/>
                <a:latin typeface="Arial Narrow" pitchFamily="34" charset="0"/>
                <a:ea typeface="Times New Roman" pitchFamily="18" charset="0"/>
              </a:rPr>
              <a:t>Ketuhanan Yang Maha Esa</a:t>
            </a:r>
            <a:endParaRPr kumimoji="0" lang="en-US" sz="110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tabLst/>
            </a:pPr>
            <a:r>
              <a:rPr kumimoji="0" lang="sv-SE" sz="1100" b="0" i="0" u="none" strike="noStrike" cap="none" normalizeH="0" baseline="0" dirty="0">
                <a:ln>
                  <a:noFill/>
                </a:ln>
                <a:solidFill>
                  <a:schemeClr val="bg1"/>
                </a:solidFill>
                <a:effectLst/>
                <a:latin typeface="Arial Narrow" pitchFamily="34" charset="0"/>
                <a:ea typeface="Times New Roman" pitchFamily="18" charset="0"/>
              </a:rPr>
              <a:t>Peri Kemanusiaan</a:t>
            </a:r>
            <a:endParaRPr kumimoji="0" lang="en-US" sz="110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tabLst/>
            </a:pPr>
            <a:r>
              <a:rPr kumimoji="0" lang="sv-SE" sz="1100" b="0" i="0" u="none" strike="noStrike" cap="none" normalizeH="0" baseline="0" dirty="0">
                <a:ln>
                  <a:noFill/>
                </a:ln>
                <a:solidFill>
                  <a:schemeClr val="bg1"/>
                </a:solidFill>
                <a:effectLst/>
                <a:latin typeface="Arial Narrow" pitchFamily="34" charset="0"/>
                <a:ea typeface="Times New Roman" pitchFamily="18" charset="0"/>
              </a:rPr>
              <a:t>Kebangsaan</a:t>
            </a:r>
            <a:endParaRPr kumimoji="0" lang="en-US" sz="110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tabLst/>
            </a:pPr>
            <a:r>
              <a:rPr kumimoji="0" lang="sv-SE" sz="1100" b="0" i="0" u="none" strike="noStrike" cap="none" normalizeH="0" baseline="0" dirty="0">
                <a:ln>
                  <a:noFill/>
                </a:ln>
                <a:solidFill>
                  <a:schemeClr val="bg1"/>
                </a:solidFill>
                <a:effectLst/>
                <a:latin typeface="Arial Narrow" pitchFamily="34" charset="0"/>
                <a:ea typeface="Times New Roman" pitchFamily="18" charset="0"/>
              </a:rPr>
              <a:t>Kedaulatan Rakyat</a:t>
            </a:r>
            <a:endParaRPr kumimoji="0" lang="en-US" sz="110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tabLst/>
            </a:pPr>
            <a:r>
              <a:rPr kumimoji="0" lang="sv-SE" sz="1100" b="0" i="0" u="none" strike="noStrike" cap="none" normalizeH="0" baseline="0" dirty="0">
                <a:ln>
                  <a:noFill/>
                </a:ln>
                <a:solidFill>
                  <a:schemeClr val="bg1"/>
                </a:solidFill>
                <a:effectLst/>
                <a:latin typeface="Arial Narrow" pitchFamily="34" charset="0"/>
                <a:ea typeface="Times New Roman" pitchFamily="18" charset="0"/>
              </a:rPr>
              <a:t>Keadilan Sosial</a:t>
            </a:r>
            <a:endParaRPr kumimoji="0" lang="sv-SE" sz="1100" b="0" i="0" u="none" strike="noStrike" cap="none" normalizeH="0" baseline="0" dirty="0">
              <a:ln>
                <a:noFill/>
              </a:ln>
              <a:solidFill>
                <a:schemeClr val="bg1"/>
              </a:solidFill>
              <a:effectLst/>
              <a:latin typeface="Arial Narrow" pitchFamily="34" charset="0"/>
            </a:endParaRPr>
          </a:p>
        </p:txBody>
      </p:sp>
      <p:sp>
        <p:nvSpPr>
          <p:cNvPr id="3074" name="Rectangle 2"/>
          <p:cNvSpPr>
            <a:spLocks noChangeArrowheads="1"/>
          </p:cNvSpPr>
          <p:nvPr/>
        </p:nvSpPr>
        <p:spPr bwMode="auto">
          <a:xfrm>
            <a:off x="0" y="5818221"/>
            <a:ext cx="2071670" cy="900246"/>
          </a:xfrm>
          <a:prstGeom prst="rect">
            <a:avLst/>
          </a:prstGeom>
          <a:noFill/>
          <a:ln w="9525">
            <a:solidFill>
              <a:schemeClr val="bg1">
                <a:lumMod val="9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marL="173038" marR="0" lvl="0" indent="-173038" algn="just" defTabSz="914400" rtl="0" eaLnBrk="1" fontAlgn="base" latinLnBrk="0" hangingPunct="1">
              <a:lnSpc>
                <a:spcPct val="100000"/>
              </a:lnSpc>
              <a:spcBef>
                <a:spcPct val="0"/>
              </a:spcBef>
              <a:spcAft>
                <a:spcPct val="0"/>
              </a:spcAft>
              <a:buClrTx/>
              <a:buSzTx/>
              <a:buFontTx/>
              <a:buNone/>
              <a:tabLst/>
            </a:pPr>
            <a:r>
              <a:rPr kumimoji="0" lang="sv-SE" sz="1050" b="0" i="0" u="none" strike="noStrike" cap="none" normalizeH="0" baseline="0" dirty="0">
                <a:ln>
                  <a:noFill/>
                </a:ln>
                <a:solidFill>
                  <a:schemeClr val="bg1"/>
                </a:solidFill>
                <a:effectLst/>
                <a:latin typeface="Arial Narrow" pitchFamily="34" charset="0"/>
                <a:ea typeface="Times New Roman" pitchFamily="18" charset="0"/>
              </a:rPr>
              <a:t>1	tidak boleh melakukan kekerasan;</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sv-SE" sz="1050" b="0" i="0" u="none" strike="noStrike" cap="none" normalizeH="0" baseline="0" dirty="0">
                <a:ln>
                  <a:noFill/>
                </a:ln>
                <a:solidFill>
                  <a:schemeClr val="bg1"/>
                </a:solidFill>
                <a:effectLst/>
                <a:latin typeface="Arial Narrow" pitchFamily="34" charset="0"/>
                <a:ea typeface="Times New Roman" pitchFamily="18" charset="0"/>
              </a:rPr>
              <a:t>2	tidak boleh mencuri;</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sv-SE" sz="1050" b="0" i="0" u="none" strike="noStrike" cap="none" normalizeH="0" baseline="0" dirty="0">
                <a:ln>
                  <a:noFill/>
                </a:ln>
                <a:solidFill>
                  <a:schemeClr val="bg1"/>
                </a:solidFill>
                <a:effectLst/>
                <a:latin typeface="Arial Narrow" pitchFamily="34" charset="0"/>
                <a:ea typeface="Times New Roman" pitchFamily="18" charset="0"/>
              </a:rPr>
              <a:t>3	tidak boleh berjiwa dengki;</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sv-SE" sz="1050" b="0" i="0" u="none" strike="noStrike" cap="none" normalizeH="0" baseline="0" dirty="0">
                <a:ln>
                  <a:noFill/>
                </a:ln>
                <a:solidFill>
                  <a:schemeClr val="bg1"/>
                </a:solidFill>
                <a:effectLst/>
                <a:latin typeface="Arial Narrow" pitchFamily="34" charset="0"/>
                <a:ea typeface="Times New Roman" pitchFamily="18" charset="0"/>
              </a:rPr>
              <a:t>4	tidak boleh berbohong;</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sv-SE" sz="1050" b="0" i="0" u="none" strike="noStrike" cap="none" normalizeH="0" baseline="0" dirty="0">
                <a:ln>
                  <a:noFill/>
                </a:ln>
                <a:solidFill>
                  <a:schemeClr val="bg1"/>
                </a:solidFill>
                <a:effectLst/>
                <a:latin typeface="Arial Narrow" pitchFamily="34" charset="0"/>
                <a:ea typeface="Times New Roman" pitchFamily="18" charset="0"/>
              </a:rPr>
              <a:t>5	tidak boleh mabok minuman keras.</a:t>
            </a:r>
            <a:endParaRPr kumimoji="0" lang="sv-SE" sz="1050" b="0" i="0" u="none" strike="noStrike" cap="none" normalizeH="0" baseline="0" dirty="0">
              <a:ln>
                <a:noFill/>
              </a:ln>
              <a:solidFill>
                <a:schemeClr val="bg1"/>
              </a:solidFill>
              <a:effectLst/>
              <a:latin typeface="Arial Narrow" pitchFamily="34" charset="0"/>
            </a:endParaRPr>
          </a:p>
        </p:txBody>
      </p:sp>
      <p:sp>
        <p:nvSpPr>
          <p:cNvPr id="3075" name="Rectangle 3"/>
          <p:cNvSpPr>
            <a:spLocks noChangeArrowheads="1"/>
          </p:cNvSpPr>
          <p:nvPr/>
        </p:nvSpPr>
        <p:spPr bwMode="auto">
          <a:xfrm>
            <a:off x="928662" y="428604"/>
            <a:ext cx="2857488" cy="276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pt-BR" sz="1200" b="0" i="0" u="none" strike="noStrike" cap="none" normalizeH="0" baseline="0">
                <a:ln>
                  <a:noFill/>
                </a:ln>
                <a:solidFill>
                  <a:srgbClr val="FFFF00"/>
                </a:solidFill>
                <a:effectLst/>
                <a:latin typeface="Berlin Sans FB" pitchFamily="34" charset="0"/>
                <a:ea typeface="Times New Roman" pitchFamily="18" charset="0"/>
              </a:rPr>
              <a:t>Mr. Muhammad Yamin [ 29 Mei 1945 ] :</a:t>
            </a:r>
            <a:endParaRPr kumimoji="0" lang="pt-BR" sz="1800" b="0" i="0" u="none" strike="noStrike" cap="none" normalizeH="0" baseline="0">
              <a:ln>
                <a:noFill/>
              </a:ln>
              <a:solidFill>
                <a:srgbClr val="FFFF00"/>
              </a:solidFill>
              <a:effectLst/>
              <a:latin typeface="Arial" pitchFamily="34" charset="0"/>
            </a:endParaRPr>
          </a:p>
        </p:txBody>
      </p:sp>
      <p:sp>
        <p:nvSpPr>
          <p:cNvPr id="3076" name="Rectangle 4"/>
          <p:cNvSpPr>
            <a:spLocks noChangeArrowheads="1"/>
          </p:cNvSpPr>
          <p:nvPr/>
        </p:nvSpPr>
        <p:spPr bwMode="auto">
          <a:xfrm>
            <a:off x="428596" y="714356"/>
            <a:ext cx="1643074" cy="1223412"/>
          </a:xfrm>
          <a:prstGeom prst="rect">
            <a:avLst/>
          </a:prstGeom>
          <a:noFill/>
          <a:ln w="9525">
            <a:solidFill>
              <a:srgbClr val="FFFF00"/>
            </a:solidFill>
            <a:miter lim="800000"/>
            <a:headEnd/>
            <a:tailEnd/>
          </a:ln>
          <a:effectLst/>
        </p:spPr>
        <p:txBody>
          <a:bodyPr vert="horz" wrap="square" lIns="91440" tIns="45720" rIns="91440" bIns="45720" numCol="1" anchor="ctr" anchorCtr="0" compatLnSpc="1">
            <a:prstTxWarp prst="textNoShape">
              <a:avLst/>
            </a:prstTxWarp>
            <a:spAutoFit/>
          </a:bodyPr>
          <a:lstStyle/>
          <a:p>
            <a:pPr marL="173038" marR="0" lvl="0" indent="-173038" algn="just" defTabSz="914400" rtl="0" eaLnBrk="1" fontAlgn="base" latinLnBrk="0" hangingPunct="1">
              <a:lnSpc>
                <a:spcPct val="100000"/>
              </a:lnSpc>
              <a:spcBef>
                <a:spcPct val="0"/>
              </a:spcBef>
              <a:spcAft>
                <a:spcPct val="0"/>
              </a:spcAft>
              <a:buClrTx/>
              <a:buSzTx/>
              <a:buFontTx/>
              <a:buNone/>
              <a:tabLst/>
            </a:pPr>
            <a:r>
              <a:rPr kumimoji="0" lang="pt-BR" sz="1050" b="0" i="0" u="sng" strike="noStrike" cap="none" normalizeH="0" baseline="0" dirty="0">
                <a:ln>
                  <a:noFill/>
                </a:ln>
                <a:solidFill>
                  <a:srgbClr val="FFFF00"/>
                </a:solidFill>
                <a:effectLst/>
                <a:latin typeface="Arial Narrow" pitchFamily="34" charset="0"/>
                <a:ea typeface="Times New Roman" pitchFamily="18" charset="0"/>
              </a:rPr>
              <a:t>pidato; </a:t>
            </a:r>
            <a:endParaRPr kumimoji="0" lang="en-US" sz="1050" b="0" i="0" u="sng"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pt-BR" sz="1050" b="0" i="0" u="none" strike="noStrike" cap="none" normalizeH="0" baseline="0" dirty="0">
                <a:ln>
                  <a:noFill/>
                </a:ln>
                <a:solidFill>
                  <a:srgbClr val="FFFF00"/>
                </a:solidFill>
                <a:effectLst/>
                <a:latin typeface="Arial Narrow" pitchFamily="34" charset="0"/>
                <a:ea typeface="Times New Roman" pitchFamily="18" charset="0"/>
              </a:rPr>
              <a:t>1.	Peri Kebangsaan</a:t>
            </a:r>
            <a:endParaRPr kumimoji="0" lang="en-US" sz="1050" b="0" i="0" u="none"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2.	Peri </a:t>
            </a:r>
            <a:r>
              <a:rPr kumimoji="0" lang="en-US" sz="1050" b="0" i="0" u="none" strike="noStrike" cap="none" normalizeH="0" baseline="0" dirty="0" err="1">
                <a:ln>
                  <a:noFill/>
                </a:ln>
                <a:solidFill>
                  <a:srgbClr val="FFFF00"/>
                </a:solidFill>
                <a:effectLst/>
                <a:latin typeface="Arial Narrow" pitchFamily="34" charset="0"/>
                <a:ea typeface="Times New Roman" pitchFamily="18" charset="0"/>
              </a:rPr>
              <a:t>Kemanusiaan</a:t>
            </a:r>
            <a:endParaRPr kumimoji="0" lang="en-US" sz="1050" b="0" i="0" u="none"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3.	Peri Ketuhanan</a:t>
            </a:r>
            <a:endParaRPr kumimoji="0" lang="en-US" sz="1050" b="0" i="0" u="none"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4.	Peri Kerakyatan</a:t>
            </a:r>
            <a:endParaRPr kumimoji="0" lang="en-US" sz="1050" b="0" i="0" u="none" strike="noStrike" cap="none" normalizeH="0" baseline="0" dirty="0">
              <a:ln>
                <a:noFill/>
              </a:ln>
              <a:solidFill>
                <a:srgbClr val="FFFF00"/>
              </a:solidFill>
              <a:effectLst/>
              <a:latin typeface="Arial Narrow" pitchFamily="34" charset="0"/>
            </a:endParaRPr>
          </a:p>
          <a:p>
            <a:pPr marL="228600" marR="0" lvl="0" indent="-228600" algn="just" defTabSz="914400" rtl="0" eaLnBrk="0" fontAlgn="base" latinLnBrk="0" hangingPunct="0">
              <a:lnSpc>
                <a:spcPct val="100000"/>
              </a:lnSpc>
              <a:spcBef>
                <a:spcPct val="0"/>
              </a:spcBef>
              <a:spcAft>
                <a:spcPct val="0"/>
              </a:spcAft>
              <a:buClrTx/>
              <a:buSzTx/>
              <a:buFontTx/>
              <a:buAutoNum type="arabicPeriod" startAt="5"/>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Kesejahteraan Rakyat</a:t>
            </a:r>
          </a:p>
          <a:p>
            <a:pPr marL="342900" marR="0" lvl="0" indent="-342900" algn="just" defTabSz="914400" rtl="0" eaLnBrk="0" fontAlgn="base" latinLnBrk="0" hangingPunct="0">
              <a:lnSpc>
                <a:spcPct val="100000"/>
              </a:lnSpc>
              <a:spcBef>
                <a:spcPct val="0"/>
              </a:spcBef>
              <a:spcAft>
                <a:spcPct val="0"/>
              </a:spcAft>
              <a:buClrTx/>
              <a:buSzTx/>
              <a:tabLst/>
            </a:pPr>
            <a:endParaRPr kumimoji="0" lang="fi-FI" sz="1050" b="0" i="0" u="none" strike="noStrike" cap="none" normalizeH="0" baseline="0" dirty="0">
              <a:ln>
                <a:noFill/>
              </a:ln>
              <a:solidFill>
                <a:srgbClr val="FFFF00"/>
              </a:solidFill>
              <a:effectLst/>
              <a:latin typeface="Arial Narrow" pitchFamily="34" charset="0"/>
            </a:endParaRPr>
          </a:p>
        </p:txBody>
      </p:sp>
      <p:sp>
        <p:nvSpPr>
          <p:cNvPr id="3077" name="Rectangle 5"/>
          <p:cNvSpPr>
            <a:spLocks noChangeArrowheads="1"/>
          </p:cNvSpPr>
          <p:nvPr/>
        </p:nvSpPr>
        <p:spPr bwMode="auto">
          <a:xfrm>
            <a:off x="2071702" y="714356"/>
            <a:ext cx="2938946" cy="1223412"/>
          </a:xfrm>
          <a:prstGeom prst="rect">
            <a:avLst/>
          </a:prstGeom>
          <a:noFill/>
          <a:ln w="9525">
            <a:solidFill>
              <a:srgbClr val="FFFF00"/>
            </a:solid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pt-BR" sz="1050" b="0" i="0" u="sng" strike="noStrike" cap="none" normalizeH="0" baseline="0" dirty="0">
                <a:ln>
                  <a:noFill/>
                </a:ln>
                <a:solidFill>
                  <a:srgbClr val="FFFF00"/>
                </a:solidFill>
                <a:effectLst/>
                <a:latin typeface="Arial Narrow" pitchFamily="34" charset="0"/>
                <a:ea typeface="Times New Roman" pitchFamily="18" charset="0"/>
              </a:rPr>
              <a:t>tertulis</a:t>
            </a:r>
            <a:r>
              <a:rPr kumimoji="0" lang="pt-BR" sz="1050" b="0" i="0" u="none" strike="noStrike" cap="none" normalizeH="0" baseline="0" dirty="0">
                <a:ln>
                  <a:noFill/>
                </a:ln>
                <a:solidFill>
                  <a:srgbClr val="FFFF00"/>
                </a:solidFill>
                <a:effectLst/>
                <a:latin typeface="Arial Narrow" pitchFamily="34" charset="0"/>
                <a:ea typeface="Times New Roman" pitchFamily="18" charset="0"/>
              </a:rPr>
              <a:t> dalam Pembukaan Rancangan UUD</a:t>
            </a:r>
            <a:endParaRPr kumimoji="0" lang="en-US" sz="1050" b="0" i="0" u="none"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tabLst/>
            </a:pPr>
            <a:r>
              <a:rPr kumimoji="0" lang="pt-BR" sz="1050" b="0" i="0" u="none" strike="noStrike" cap="none" normalizeH="0" baseline="0" dirty="0">
                <a:ln>
                  <a:noFill/>
                </a:ln>
                <a:solidFill>
                  <a:srgbClr val="FFFF00"/>
                </a:solidFill>
                <a:effectLst/>
                <a:latin typeface="Arial Narrow" pitchFamily="34" charset="0"/>
                <a:ea typeface="Times New Roman" pitchFamily="18" charset="0"/>
              </a:rPr>
              <a:t>Ketuhanan Yang Maha Esa</a:t>
            </a:r>
            <a:endParaRPr kumimoji="0" lang="en-US" sz="1050" b="0" i="0" u="none"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tabLst/>
            </a:pPr>
            <a:r>
              <a:rPr kumimoji="0" lang="pt-BR" sz="1050" b="0" i="0" u="none" strike="noStrike" cap="none" normalizeH="0" baseline="0" dirty="0">
                <a:ln>
                  <a:noFill/>
                </a:ln>
                <a:solidFill>
                  <a:srgbClr val="FFFF00"/>
                </a:solidFill>
                <a:effectLst/>
                <a:latin typeface="Arial Narrow" pitchFamily="34" charset="0"/>
                <a:ea typeface="Times New Roman" pitchFamily="18" charset="0"/>
              </a:rPr>
              <a:t>Kebangsaan Persatuan Indonesia</a:t>
            </a:r>
            <a:endParaRPr kumimoji="0" lang="en-US" sz="1050" b="0" i="0" u="none"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tabLst/>
            </a:pPr>
            <a:r>
              <a:rPr kumimoji="0" lang="es-ES" sz="1050" b="0" i="0" u="none" strike="noStrike" cap="none" normalizeH="0" baseline="0" dirty="0">
                <a:ln>
                  <a:noFill/>
                </a:ln>
                <a:solidFill>
                  <a:srgbClr val="FFFF00"/>
                </a:solidFill>
                <a:effectLst/>
                <a:latin typeface="Arial Narrow" pitchFamily="34" charset="0"/>
                <a:ea typeface="Times New Roman" pitchFamily="18" charset="0"/>
              </a:rPr>
              <a:t>Rasa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Kemanusiaan</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yang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adil</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dan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beradab</a:t>
            </a:r>
            <a:endParaRPr kumimoji="0" lang="en-US" sz="1050" b="0" i="0" u="none"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tabLst/>
            </a:pP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Kerakyatan</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yang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dipimpinoleh</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hikmat</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kebijaksanaan</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a:t>
            </a:r>
          </a:p>
          <a:p>
            <a:pPr marL="173038" marR="0" lvl="0" indent="-173038" algn="just" defTabSz="914400" rtl="0" eaLnBrk="0" fontAlgn="base" latinLnBrk="0" hangingPunct="0">
              <a:lnSpc>
                <a:spcPct val="100000"/>
              </a:lnSpc>
              <a:spcBef>
                <a:spcPct val="0"/>
              </a:spcBef>
              <a:spcAft>
                <a:spcPct val="0"/>
              </a:spcAft>
              <a:buClrTx/>
              <a:buSzTx/>
              <a:tabLst/>
            </a:pPr>
            <a:r>
              <a:rPr lang="es-ES" sz="1050" dirty="0">
                <a:solidFill>
                  <a:srgbClr val="FFFF00"/>
                </a:solidFill>
                <a:latin typeface="Arial Narrow" pitchFamily="34" charset="0"/>
                <a:ea typeface="Times New Roman" pitchFamily="18" charset="0"/>
              </a:rPr>
              <a:t>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dalam</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permusyawarat</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an</a:t>
            </a:r>
            <a:r>
              <a:rPr kumimoji="0" lang="es-ES" sz="1050" b="0" i="0" u="none" strike="noStrike" cap="none" normalizeH="0" baseline="0" dirty="0">
                <a:ln>
                  <a:noFill/>
                </a:ln>
                <a:solidFill>
                  <a:srgbClr val="FFFF00"/>
                </a:solidFill>
                <a:effectLst/>
                <a:latin typeface="Arial Narrow" pitchFamily="34" charset="0"/>
                <a:ea typeface="Times New Roman" pitchFamily="18" charset="0"/>
              </a:rPr>
              <a:t> </a:t>
            </a:r>
            <a:r>
              <a:rPr kumimoji="0" lang="es-ES" sz="1050" b="0" i="0" u="none" strike="noStrike" cap="none" normalizeH="0" baseline="0" dirty="0" err="1">
                <a:ln>
                  <a:noFill/>
                </a:ln>
                <a:solidFill>
                  <a:srgbClr val="FFFF00"/>
                </a:solidFill>
                <a:effectLst/>
                <a:latin typeface="Arial Narrow" pitchFamily="34" charset="0"/>
                <a:ea typeface="Times New Roman" pitchFamily="18" charset="0"/>
              </a:rPr>
              <a:t>perwakilan</a:t>
            </a:r>
            <a:endParaRPr kumimoji="0" lang="en-US" sz="1050" b="0" i="0" u="none" strike="noStrike" cap="none" normalizeH="0" baseline="0" dirty="0">
              <a:ln>
                <a:noFill/>
              </a:ln>
              <a:solidFill>
                <a:srgbClr val="FFFF00"/>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5.  Keadilan sosial bagi seluruh rakyat Indonesia</a:t>
            </a:r>
            <a:endParaRPr kumimoji="0" lang="fi-FI" sz="1050" b="0" i="0" u="none" strike="noStrike" cap="none" normalizeH="0" baseline="0" dirty="0">
              <a:ln>
                <a:noFill/>
              </a:ln>
              <a:solidFill>
                <a:srgbClr val="FFFF00"/>
              </a:solidFill>
              <a:effectLst/>
              <a:latin typeface="Arial Narrow" pitchFamily="34" charset="0"/>
            </a:endParaRPr>
          </a:p>
        </p:txBody>
      </p:sp>
      <p:sp>
        <p:nvSpPr>
          <p:cNvPr id="3078" name="Rectangle 6"/>
          <p:cNvSpPr>
            <a:spLocks noChangeArrowheads="1"/>
          </p:cNvSpPr>
          <p:nvPr/>
        </p:nvSpPr>
        <p:spPr bwMode="auto">
          <a:xfrm>
            <a:off x="1285885" y="4347669"/>
            <a:ext cx="2643173" cy="900246"/>
          </a:xfrm>
          <a:prstGeom prst="rect">
            <a:avLst/>
          </a:prstGeom>
          <a:noFill/>
          <a:ln w="9525">
            <a:solidFill>
              <a:srgbClr val="FFFF00"/>
            </a:solidFill>
            <a:miter lim="800000"/>
            <a:headEnd/>
            <a:tailEnd/>
          </a:ln>
          <a:effectLst/>
        </p:spPr>
        <p:txBody>
          <a:bodyPr vert="horz" wrap="square" lIns="91440" tIns="45720" rIns="91440" bIns="45720" numCol="1" anchor="ctr" anchorCtr="0" compatLnSpc="1">
            <a:prstTxWarp prst="textNoShape">
              <a:avLst/>
            </a:prstTxWarp>
            <a:spAutoFit/>
          </a:bodyPr>
          <a:lstStyle/>
          <a:p>
            <a:pPr marL="173038" marR="0" lvl="1" indent="-173038" defTabSz="914400" rtl="0" eaLnBrk="1" fontAlgn="base" latinLnBrk="0" hangingPunct="1">
              <a:lnSpc>
                <a:spcPct val="100000"/>
              </a:lnSpc>
              <a:spcBef>
                <a:spcPct val="0"/>
              </a:spcBef>
              <a:spcAft>
                <a:spcPct val="0"/>
              </a:spcAft>
              <a:buClrTx/>
              <a:buSzTx/>
              <a:buFont typeface="+mj-lt"/>
              <a:buAutoNum type="arabicPeriod"/>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Nasionalisme atau Kebangsaan Indonesia</a:t>
            </a:r>
            <a:endParaRPr kumimoji="0" lang="en-US" sz="1050" b="0" i="0" u="none" strike="noStrike" cap="none" normalizeH="0" baseline="0" dirty="0">
              <a:ln>
                <a:noFill/>
              </a:ln>
              <a:solidFill>
                <a:srgbClr val="FFFF00"/>
              </a:solidFill>
              <a:effectLst/>
              <a:latin typeface="Arial Narrow" pitchFamily="34" charset="0"/>
            </a:endParaRPr>
          </a:p>
          <a:p>
            <a:pPr marL="173038" marR="0" lvl="1" indent="-173038" defTabSz="914400" rtl="0" eaLnBrk="0" fontAlgn="base" latinLnBrk="0" hangingPunct="0">
              <a:lnSpc>
                <a:spcPct val="100000"/>
              </a:lnSpc>
              <a:spcBef>
                <a:spcPct val="0"/>
              </a:spcBef>
              <a:spcAft>
                <a:spcPct val="0"/>
              </a:spcAft>
              <a:buClrTx/>
              <a:buSzTx/>
              <a:buFont typeface="+mj-lt"/>
              <a:buAutoNum type="arabicPeriod"/>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Internasionalisme atau Perikemanusiaan</a:t>
            </a:r>
            <a:endParaRPr kumimoji="0" lang="en-US" sz="1050" b="0" i="0" u="none" strike="noStrike" cap="none" normalizeH="0" baseline="0" dirty="0">
              <a:ln>
                <a:noFill/>
              </a:ln>
              <a:solidFill>
                <a:srgbClr val="FFFF00"/>
              </a:solidFill>
              <a:effectLst/>
              <a:latin typeface="Arial Narrow" pitchFamily="34" charset="0"/>
            </a:endParaRPr>
          </a:p>
          <a:p>
            <a:pPr marL="173038" marR="0" lvl="1" indent="-173038" defTabSz="914400" rtl="0" eaLnBrk="0" fontAlgn="base" latinLnBrk="0" hangingPunct="0">
              <a:lnSpc>
                <a:spcPct val="100000"/>
              </a:lnSpc>
              <a:spcBef>
                <a:spcPct val="0"/>
              </a:spcBef>
              <a:spcAft>
                <a:spcPct val="0"/>
              </a:spcAft>
              <a:buClrTx/>
              <a:buSzTx/>
              <a:buFont typeface="+mj-lt"/>
              <a:buAutoNum type="arabicPeriod"/>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Mufakat dan Demokrasi</a:t>
            </a:r>
            <a:endParaRPr kumimoji="0" lang="en-US" sz="1050" b="0" i="0" u="none" strike="noStrike" cap="none" normalizeH="0" baseline="0" dirty="0">
              <a:ln>
                <a:noFill/>
              </a:ln>
              <a:solidFill>
                <a:srgbClr val="FFFF00"/>
              </a:solidFill>
              <a:effectLst/>
              <a:latin typeface="Arial Narrow" pitchFamily="34" charset="0"/>
            </a:endParaRPr>
          </a:p>
          <a:p>
            <a:pPr marL="173038" marR="0" lvl="1" indent="-173038" defTabSz="914400" rtl="0" eaLnBrk="0" fontAlgn="base" latinLnBrk="0" hangingPunct="0">
              <a:lnSpc>
                <a:spcPct val="100000"/>
              </a:lnSpc>
              <a:spcBef>
                <a:spcPct val="0"/>
              </a:spcBef>
              <a:spcAft>
                <a:spcPct val="0"/>
              </a:spcAft>
              <a:buClrTx/>
              <a:buSzTx/>
              <a:buFont typeface="+mj-lt"/>
              <a:buAutoNum type="arabicPeriod"/>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Kesejahteraan Sosial</a:t>
            </a:r>
            <a:endParaRPr kumimoji="0" lang="en-US" sz="1050" b="0" i="0" u="none" strike="noStrike" cap="none" normalizeH="0" baseline="0" dirty="0">
              <a:ln>
                <a:noFill/>
              </a:ln>
              <a:solidFill>
                <a:srgbClr val="FFFF00"/>
              </a:solidFill>
              <a:effectLst/>
              <a:latin typeface="Arial Narrow" pitchFamily="34" charset="0"/>
            </a:endParaRPr>
          </a:p>
          <a:p>
            <a:pPr marL="173038" marR="0" lvl="1" indent="-173038" defTabSz="914400" rtl="0" eaLnBrk="0" fontAlgn="base" latinLnBrk="0" hangingPunct="0">
              <a:lnSpc>
                <a:spcPct val="100000"/>
              </a:lnSpc>
              <a:spcBef>
                <a:spcPct val="0"/>
              </a:spcBef>
              <a:spcAft>
                <a:spcPct val="0"/>
              </a:spcAft>
              <a:buClrTx/>
              <a:buSzTx/>
              <a:buFont typeface="+mj-lt"/>
              <a:buAutoNum type="arabicPeriod"/>
              <a:tabLst/>
            </a:pPr>
            <a:r>
              <a:rPr kumimoji="0" lang="fi-FI" sz="1050" b="0" i="0" u="none" strike="noStrike" cap="none" normalizeH="0" baseline="0" dirty="0">
                <a:ln>
                  <a:noFill/>
                </a:ln>
                <a:solidFill>
                  <a:srgbClr val="FFFF00"/>
                </a:solidFill>
                <a:effectLst/>
                <a:latin typeface="Arial Narrow" pitchFamily="34" charset="0"/>
                <a:ea typeface="Times New Roman" pitchFamily="18" charset="0"/>
              </a:rPr>
              <a:t>Ketuhanan yang berkebudayaan</a:t>
            </a:r>
            <a:endParaRPr kumimoji="0" lang="fi-FI" sz="1050" b="0" i="0" u="none" strike="noStrike" cap="none" normalizeH="0" baseline="0" dirty="0">
              <a:ln>
                <a:noFill/>
              </a:ln>
              <a:solidFill>
                <a:srgbClr val="FFFF00"/>
              </a:solidFill>
              <a:effectLst/>
              <a:latin typeface="Arial Narrow" pitchFamily="34" charset="0"/>
            </a:endParaRPr>
          </a:p>
        </p:txBody>
      </p:sp>
      <p:sp>
        <p:nvSpPr>
          <p:cNvPr id="11" name="Rectangle 3"/>
          <p:cNvSpPr>
            <a:spLocks noChangeArrowheads="1"/>
          </p:cNvSpPr>
          <p:nvPr/>
        </p:nvSpPr>
        <p:spPr bwMode="auto">
          <a:xfrm>
            <a:off x="2643174" y="6366711"/>
            <a:ext cx="2214546" cy="276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pt-BR" sz="1200" dirty="0">
                <a:solidFill>
                  <a:srgbClr val="FFFF00"/>
                </a:solidFill>
                <a:latin typeface="Berlin Sans FB" pitchFamily="34" charset="0"/>
                <a:ea typeface="Times New Roman" pitchFamily="18" charset="0"/>
              </a:rPr>
              <a:t>BELUM ADA DASAR NEGARA</a:t>
            </a:r>
            <a:endParaRPr kumimoji="0" lang="pt-BR" sz="1800" b="0" i="0" u="none" strike="noStrike" cap="none" normalizeH="0" baseline="0" dirty="0">
              <a:ln>
                <a:noFill/>
              </a:ln>
              <a:solidFill>
                <a:srgbClr val="FFFF00"/>
              </a:solidFill>
              <a:effectLst/>
              <a:latin typeface="Arial" pitchFamily="34" charset="0"/>
            </a:endParaRPr>
          </a:p>
        </p:txBody>
      </p:sp>
      <p:sp>
        <p:nvSpPr>
          <p:cNvPr id="12" name="Rectangle 11"/>
          <p:cNvSpPr/>
          <p:nvPr/>
        </p:nvSpPr>
        <p:spPr>
          <a:xfrm>
            <a:off x="1285852" y="5346062"/>
            <a:ext cx="2643206" cy="430887"/>
          </a:xfrm>
          <a:prstGeom prst="rect">
            <a:avLst/>
          </a:prstGeom>
          <a:ln>
            <a:solidFill>
              <a:srgbClr val="FFFF00"/>
            </a:solidFill>
          </a:ln>
        </p:spPr>
        <p:txBody>
          <a:bodyPr wrap="square">
            <a:spAutoFit/>
          </a:bodyPr>
          <a:lstStyle/>
          <a:p>
            <a:r>
              <a:rPr lang="fi-FI" sz="1050" dirty="0">
                <a:solidFill>
                  <a:srgbClr val="FFFF00"/>
                </a:solidFill>
                <a:latin typeface="Arial Narrow" pitchFamily="34" charset="0"/>
              </a:rPr>
              <a:t>usul agar dasar negara tersebut diberi nama </a:t>
            </a:r>
            <a:r>
              <a:rPr lang="fi-FI" sz="1050" i="1" dirty="0">
                <a:solidFill>
                  <a:srgbClr val="FFFF00"/>
                </a:solidFill>
                <a:latin typeface="Arial Narrow" pitchFamily="34" charset="0"/>
              </a:rPr>
              <a:t>Pancasila      lahirnya pancasila (istilah </a:t>
            </a:r>
            <a:r>
              <a:rPr lang="fi-FI" sz="1050" i="1" dirty="0" smtClean="0">
                <a:solidFill>
                  <a:srgbClr val="FFFF00"/>
                </a:solidFill>
                <a:latin typeface="Arial Narrow" pitchFamily="34" charset="0"/>
              </a:rPr>
              <a:t>pancasila)</a:t>
            </a:r>
            <a:endParaRPr lang="en-US" sz="1050" dirty="0">
              <a:solidFill>
                <a:srgbClr val="FFFF00"/>
              </a:solidFill>
              <a:latin typeface="Arial Narrow" pitchFamily="34" charset="0"/>
            </a:endParaRPr>
          </a:p>
        </p:txBody>
      </p:sp>
      <p:sp>
        <p:nvSpPr>
          <p:cNvPr id="3079" name="Rectangle 7"/>
          <p:cNvSpPr>
            <a:spLocks noChangeArrowheads="1"/>
          </p:cNvSpPr>
          <p:nvPr/>
        </p:nvSpPr>
        <p:spPr bwMode="auto">
          <a:xfrm>
            <a:off x="5234923" y="642918"/>
            <a:ext cx="3123291" cy="1384995"/>
          </a:xfrm>
          <a:prstGeom prst="rect">
            <a:avLst/>
          </a:prstGeom>
          <a:noFill/>
          <a:ln w="9525">
            <a:solidFill>
              <a:schemeClr val="bg1">
                <a:lumMod val="95000"/>
              </a:schemeClr>
            </a:solid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lang="en-US" sz="1050" dirty="0">
                <a:solidFill>
                  <a:schemeClr val="bg1"/>
                </a:solidFill>
                <a:latin typeface="Arial Narrow" pitchFamily="34" charset="0"/>
              </a:rPr>
              <a:t>PANITIA  9  :</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AutoNum type="arabicPeriod"/>
              <a:tabLst/>
            </a:pPr>
            <a:r>
              <a:rPr kumimoji="0" lang="fi-FI" sz="1050" b="0" i="0" u="none" strike="noStrike" cap="none" normalizeH="0" baseline="0" dirty="0">
                <a:ln>
                  <a:noFill/>
                </a:ln>
                <a:solidFill>
                  <a:schemeClr val="bg1"/>
                </a:solidFill>
                <a:effectLst/>
                <a:latin typeface="Arial Narrow" pitchFamily="34" charset="0"/>
                <a:ea typeface="Times New Roman" pitchFamily="18" charset="0"/>
              </a:rPr>
              <a:t>Ketuhanan dengan kewajiban menjalankan syari’at Islam</a:t>
            </a:r>
          </a:p>
          <a:p>
            <a:pPr marL="228600" marR="0" lvl="0" indent="-228600" algn="just" defTabSz="914400" rtl="0" eaLnBrk="0" fontAlgn="base" latinLnBrk="0" hangingPunct="0">
              <a:lnSpc>
                <a:spcPct val="100000"/>
              </a:lnSpc>
              <a:spcBef>
                <a:spcPct val="0"/>
              </a:spcBef>
              <a:spcAft>
                <a:spcPct val="0"/>
              </a:spcAft>
              <a:buClrTx/>
              <a:buSzTx/>
              <a:tabLst/>
            </a:pPr>
            <a:r>
              <a:rPr kumimoji="0" lang="fi-FI" sz="1050" b="0" i="0" u="none" strike="noStrike" cap="none" normalizeH="0" baseline="0" dirty="0">
                <a:ln>
                  <a:noFill/>
                </a:ln>
                <a:solidFill>
                  <a:schemeClr val="bg1"/>
                </a:solidFill>
                <a:effectLst/>
                <a:latin typeface="Arial Narrow" pitchFamily="34" charset="0"/>
                <a:ea typeface="Times New Roman" pitchFamily="18" charset="0"/>
              </a:rPr>
              <a:t>      bagi pemeluk pemeluknya</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es-ES" sz="1050" b="0" i="0" u="none" strike="noStrike" cap="none" normalizeH="0" baseline="0" dirty="0">
                <a:ln>
                  <a:noFill/>
                </a:ln>
                <a:solidFill>
                  <a:schemeClr val="bg1"/>
                </a:solidFill>
                <a:effectLst/>
                <a:latin typeface="Arial Narrow" pitchFamily="34" charset="0"/>
                <a:ea typeface="Times New Roman" pitchFamily="18" charset="0"/>
              </a:rPr>
              <a:t>2.	</a:t>
            </a:r>
            <a:r>
              <a:rPr kumimoji="0" lang="id-ID" sz="1050" b="0" i="0" u="none" strike="noStrike" cap="none" normalizeH="0" baseline="0" dirty="0">
                <a:ln>
                  <a:noFill/>
                </a:ln>
                <a:solidFill>
                  <a:schemeClr val="bg1"/>
                </a:solidFill>
                <a:effectLst/>
                <a:latin typeface="Arial Narrow" pitchFamily="34" charset="0"/>
                <a:ea typeface="Times New Roman" pitchFamily="18" charset="0"/>
              </a:rPr>
              <a:t>Menurut</a:t>
            </a:r>
            <a:r>
              <a:rPr kumimoji="0" lang="id-ID" sz="1050" b="0" i="0" u="none" strike="noStrike" cap="none" normalizeH="0" dirty="0">
                <a:ln>
                  <a:noFill/>
                </a:ln>
                <a:solidFill>
                  <a:schemeClr val="bg1"/>
                </a:solidFill>
                <a:effectLst/>
                <a:latin typeface="Arial Narrow" pitchFamily="34" charset="0"/>
                <a:ea typeface="Times New Roman" pitchFamily="18" charset="0"/>
              </a:rPr>
              <a:t> Dasar </a:t>
            </a:r>
            <a:r>
              <a:rPr kumimoji="0" lang="es-ES" sz="1050" b="0" i="0" u="none" strike="noStrike" cap="none" normalizeH="0" baseline="0" dirty="0" err="1">
                <a:ln>
                  <a:noFill/>
                </a:ln>
                <a:solidFill>
                  <a:schemeClr val="bg1"/>
                </a:solidFill>
                <a:effectLst/>
                <a:latin typeface="Arial Narrow" pitchFamily="34" charset="0"/>
                <a:ea typeface="Times New Roman" pitchFamily="18" charset="0"/>
              </a:rPr>
              <a:t>Kemanusiaan</a:t>
            </a:r>
            <a:r>
              <a:rPr kumimoji="0" lang="es-ES" sz="1050" b="0" i="0" u="none" strike="noStrike" cap="none" normalizeH="0" baseline="0" dirty="0">
                <a:ln>
                  <a:noFill/>
                </a:ln>
                <a:solidFill>
                  <a:schemeClr val="bg1"/>
                </a:solidFill>
                <a:effectLst/>
                <a:latin typeface="Arial Narrow" pitchFamily="34" charset="0"/>
                <a:ea typeface="Times New Roman" pitchFamily="18" charset="0"/>
              </a:rPr>
              <a:t> yang </a:t>
            </a:r>
            <a:r>
              <a:rPr kumimoji="0" lang="es-ES" sz="1050" b="0" i="0" u="none" strike="noStrike" cap="none" normalizeH="0" baseline="0" dirty="0" err="1">
                <a:ln>
                  <a:noFill/>
                </a:ln>
                <a:solidFill>
                  <a:schemeClr val="bg1"/>
                </a:solidFill>
                <a:effectLst/>
                <a:latin typeface="Arial Narrow" pitchFamily="34" charset="0"/>
                <a:ea typeface="Times New Roman" pitchFamily="18" charset="0"/>
              </a:rPr>
              <a:t>adil</a:t>
            </a:r>
            <a:r>
              <a:rPr kumimoji="0" lang="es-ES" sz="1050" b="0" i="0" u="none" strike="noStrike" cap="none" normalizeH="0" baseline="0" dirty="0">
                <a:ln>
                  <a:noFill/>
                </a:ln>
                <a:solidFill>
                  <a:schemeClr val="bg1"/>
                </a:solidFill>
                <a:effectLst/>
                <a:latin typeface="Arial Narrow" pitchFamily="34" charset="0"/>
                <a:ea typeface="Times New Roman" pitchFamily="18" charset="0"/>
              </a:rPr>
              <a:t> dan </a:t>
            </a:r>
            <a:r>
              <a:rPr kumimoji="0" lang="es-ES" sz="1050" b="0" i="0" u="none" strike="noStrike" cap="none" normalizeH="0" baseline="0" dirty="0" err="1">
                <a:ln>
                  <a:noFill/>
                </a:ln>
                <a:solidFill>
                  <a:schemeClr val="bg1"/>
                </a:solidFill>
                <a:effectLst/>
                <a:latin typeface="Arial Narrow" pitchFamily="34" charset="0"/>
                <a:ea typeface="Times New Roman" pitchFamily="18" charset="0"/>
              </a:rPr>
              <a:t>beradab</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es-ES" sz="1050" b="0" i="0" u="none" strike="noStrike" cap="none" normalizeH="0" baseline="0" dirty="0">
                <a:ln>
                  <a:noFill/>
                </a:ln>
                <a:solidFill>
                  <a:schemeClr val="bg1"/>
                </a:solidFill>
                <a:effectLst/>
                <a:latin typeface="Arial Narrow" pitchFamily="34" charset="0"/>
                <a:ea typeface="Times New Roman" pitchFamily="18" charset="0"/>
              </a:rPr>
              <a:t>3.	</a:t>
            </a:r>
            <a:r>
              <a:rPr kumimoji="0" lang="es-ES" sz="1050" b="0" i="0" u="none" strike="noStrike" cap="none" normalizeH="0" baseline="0" dirty="0" err="1">
                <a:ln>
                  <a:noFill/>
                </a:ln>
                <a:solidFill>
                  <a:schemeClr val="bg1"/>
                </a:solidFill>
                <a:effectLst/>
                <a:latin typeface="Arial Narrow" pitchFamily="34" charset="0"/>
                <a:ea typeface="Times New Roman" pitchFamily="18" charset="0"/>
              </a:rPr>
              <a:t>Persatuan</a:t>
            </a:r>
            <a:r>
              <a:rPr kumimoji="0" lang="es-ES" sz="1050" b="0" i="0" u="none" strike="noStrike" cap="none" normalizeH="0" baseline="0" dirty="0">
                <a:ln>
                  <a:noFill/>
                </a:ln>
                <a:solidFill>
                  <a:schemeClr val="bg1"/>
                </a:solidFill>
                <a:effectLst/>
                <a:latin typeface="Arial Narrow" pitchFamily="34" charset="0"/>
                <a:ea typeface="Times New Roman" pitchFamily="18" charset="0"/>
              </a:rPr>
              <a:t> Indonesia</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defTabSz="914400" rtl="0" eaLnBrk="0" fontAlgn="base" latinLnBrk="0" hangingPunct="0">
              <a:lnSpc>
                <a:spcPct val="100000"/>
              </a:lnSpc>
              <a:spcBef>
                <a:spcPct val="0"/>
              </a:spcBef>
              <a:spcAft>
                <a:spcPct val="0"/>
              </a:spcAft>
              <a:buClrTx/>
              <a:buSzTx/>
              <a:buFontTx/>
              <a:buAutoNum type="arabicPeriod" startAt="4"/>
              <a:tabLst/>
            </a:pPr>
            <a:r>
              <a:rPr kumimoji="0" lang="fi-FI" sz="1050" b="0" i="0" u="none" strike="noStrike" cap="none" normalizeH="0" baseline="0" dirty="0">
                <a:ln>
                  <a:noFill/>
                </a:ln>
                <a:solidFill>
                  <a:schemeClr val="bg1"/>
                </a:solidFill>
                <a:effectLst/>
                <a:latin typeface="Arial Narrow" pitchFamily="34" charset="0"/>
                <a:ea typeface="Times New Roman" pitchFamily="18" charset="0"/>
              </a:rPr>
              <a:t>Kerakyatan yang dipimpin oleh hikmat kebijaksanaan</a:t>
            </a:r>
          </a:p>
          <a:p>
            <a:pPr marL="228600" marR="0" lvl="0" indent="-228600" algn="just" defTabSz="914400" rtl="0" eaLnBrk="0" fontAlgn="base" latinLnBrk="0" hangingPunct="0">
              <a:lnSpc>
                <a:spcPct val="100000"/>
              </a:lnSpc>
              <a:spcBef>
                <a:spcPct val="0"/>
              </a:spcBef>
              <a:spcAft>
                <a:spcPct val="0"/>
              </a:spcAft>
              <a:buClrTx/>
              <a:buSzTx/>
              <a:tabLst/>
            </a:pPr>
            <a:r>
              <a:rPr lang="fi-FI" sz="1050" dirty="0">
                <a:solidFill>
                  <a:schemeClr val="bg1"/>
                </a:solidFill>
                <a:latin typeface="Arial Narrow" pitchFamily="34" charset="0"/>
                <a:ea typeface="Times New Roman" pitchFamily="18" charset="0"/>
              </a:rPr>
              <a:t>     </a:t>
            </a:r>
            <a:r>
              <a:rPr kumimoji="0" lang="fi-FI" sz="1050" b="0" i="0" u="none" strike="noStrike" cap="none" normalizeH="0" baseline="0" dirty="0">
                <a:ln>
                  <a:noFill/>
                </a:ln>
                <a:solidFill>
                  <a:schemeClr val="bg1"/>
                </a:solidFill>
                <a:effectLst/>
                <a:latin typeface="Arial Narrow" pitchFamily="34" charset="0"/>
                <a:ea typeface="Times New Roman" pitchFamily="18" charset="0"/>
              </a:rPr>
              <a:t> dalam permusyawaratan perwakilan</a:t>
            </a:r>
            <a:endParaRPr kumimoji="0" lang="en-US" sz="105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Tx/>
              <a:buNone/>
              <a:tabLst/>
            </a:pPr>
            <a:r>
              <a:rPr kumimoji="0" lang="fi-FI" sz="1050" b="0" i="0" u="none" strike="noStrike" cap="none" normalizeH="0" baseline="0" dirty="0">
                <a:ln>
                  <a:noFill/>
                </a:ln>
                <a:solidFill>
                  <a:schemeClr val="bg1"/>
                </a:solidFill>
                <a:effectLst/>
                <a:latin typeface="Arial Narrow" pitchFamily="34" charset="0"/>
                <a:ea typeface="Times New Roman" pitchFamily="18" charset="0"/>
              </a:rPr>
              <a:t>5.	Keadilan sosial bagi seluruh rakyat Indonesia.</a:t>
            </a:r>
            <a:endParaRPr kumimoji="0" lang="fi-FI" sz="1050" b="0" i="0" u="none" strike="noStrike" cap="none" normalizeH="0" baseline="0" dirty="0">
              <a:ln>
                <a:noFill/>
              </a:ln>
              <a:solidFill>
                <a:schemeClr val="bg1"/>
              </a:solidFill>
              <a:effectLst/>
              <a:latin typeface="Arial Narrow" pitchFamily="34" charset="0"/>
            </a:endParaRPr>
          </a:p>
        </p:txBody>
      </p:sp>
      <p:sp>
        <p:nvSpPr>
          <p:cNvPr id="3080" name="Rectangle 8"/>
          <p:cNvSpPr>
            <a:spLocks noChangeArrowheads="1"/>
          </p:cNvSpPr>
          <p:nvPr/>
        </p:nvSpPr>
        <p:spPr bwMode="auto">
          <a:xfrm>
            <a:off x="4103530" y="4382816"/>
            <a:ext cx="3143208" cy="1615827"/>
          </a:xfrm>
          <a:prstGeom prst="rect">
            <a:avLst/>
          </a:prstGeom>
          <a:solidFill>
            <a:srgbClr val="271137"/>
          </a:solidFill>
          <a:ln w="9525">
            <a:solidFill>
              <a:schemeClr val="bg1">
                <a:lumMod val="95000"/>
              </a:schemeClr>
            </a:solidFill>
            <a:miter lim="800000"/>
            <a:headEnd/>
            <a:tailEnd/>
          </a:ln>
          <a:effectLst/>
          <a:scene3d>
            <a:camera prst="orthographicFront"/>
            <a:lightRig rig="threePt" dir="t"/>
          </a:scene3d>
          <a:sp3d>
            <a:bevelT prst="slope"/>
          </a:sp3d>
        </p:spPr>
        <p:txBody>
          <a:bodyPr vert="horz" wrap="square" lIns="91440" tIns="45720" rIns="91440" bIns="45720" numCol="1" anchor="ctr" anchorCtr="0" compatLnSpc="1">
            <a:prstTxWarp prst="textNoShape">
              <a:avLst/>
            </a:prstTxWarp>
            <a:spAutoFit/>
          </a:bodyPr>
          <a:lstStyle/>
          <a:p>
            <a:pPr marL="173038" marR="0" lvl="0" indent="-173038" defTabSz="914400" rtl="0" eaLnBrk="1" fontAlgn="base" latinLnBrk="0" hangingPunct="1">
              <a:lnSpc>
                <a:spcPct val="100000"/>
              </a:lnSpc>
              <a:spcBef>
                <a:spcPct val="0"/>
              </a:spcBef>
              <a:spcAft>
                <a:spcPct val="0"/>
              </a:spcAft>
              <a:buClrTx/>
              <a:buSzTx/>
            </a:pPr>
            <a:r>
              <a:rPr lang="es-ES" sz="1100" dirty="0">
                <a:solidFill>
                  <a:schemeClr val="bg1"/>
                </a:solidFill>
                <a:latin typeface="Arial Narrow" pitchFamily="34" charset="0"/>
                <a:ea typeface="Times New Roman" pitchFamily="18" charset="0"/>
              </a:rPr>
              <a:t>PPKI </a:t>
            </a:r>
            <a:r>
              <a:rPr lang="es-ES" sz="1100" dirty="0" err="1">
                <a:solidFill>
                  <a:schemeClr val="bg1"/>
                </a:solidFill>
                <a:latin typeface="Arial Narrow" pitchFamily="34" charset="0"/>
                <a:ea typeface="Times New Roman" pitchFamily="18" charset="0"/>
              </a:rPr>
              <a:t>mengesahkan</a:t>
            </a:r>
            <a:r>
              <a:rPr lang="es-ES" sz="1100" dirty="0">
                <a:solidFill>
                  <a:schemeClr val="bg1"/>
                </a:solidFill>
                <a:latin typeface="Arial Narrow" pitchFamily="34" charset="0"/>
                <a:ea typeface="Times New Roman" pitchFamily="18" charset="0"/>
              </a:rPr>
              <a:t> UUD 1</a:t>
            </a:r>
            <a:r>
              <a:rPr lang="id-ID" sz="1100" dirty="0">
                <a:solidFill>
                  <a:schemeClr val="bg1"/>
                </a:solidFill>
                <a:latin typeface="Arial Narrow" pitchFamily="34" charset="0"/>
                <a:ea typeface="Times New Roman" pitchFamily="18" charset="0"/>
              </a:rPr>
              <a:t>9</a:t>
            </a:r>
            <a:r>
              <a:rPr lang="es-ES" sz="1100" dirty="0">
                <a:solidFill>
                  <a:schemeClr val="bg1"/>
                </a:solidFill>
                <a:latin typeface="Arial Narrow" pitchFamily="34" charset="0"/>
                <a:ea typeface="Times New Roman" pitchFamily="18" charset="0"/>
              </a:rPr>
              <a:t>45 </a:t>
            </a:r>
            <a:r>
              <a:rPr lang="es-ES" sz="1100" dirty="0" err="1">
                <a:solidFill>
                  <a:schemeClr val="bg1"/>
                </a:solidFill>
                <a:latin typeface="Arial Narrow" pitchFamily="34" charset="0"/>
                <a:ea typeface="Times New Roman" pitchFamily="18" charset="0"/>
              </a:rPr>
              <a:t>sbg</a:t>
            </a:r>
            <a:r>
              <a:rPr lang="es-ES" sz="1100" dirty="0">
                <a:solidFill>
                  <a:schemeClr val="bg1"/>
                </a:solidFill>
                <a:latin typeface="Arial Narrow" pitchFamily="34" charset="0"/>
                <a:ea typeface="Times New Roman" pitchFamily="18" charset="0"/>
              </a:rPr>
              <a:t> UUD NEGARA RI </a:t>
            </a:r>
            <a:r>
              <a:rPr lang="es-ES" sz="1100" dirty="0" err="1">
                <a:solidFill>
                  <a:schemeClr val="bg1"/>
                </a:solidFill>
                <a:latin typeface="Arial Narrow" pitchFamily="34" charset="0"/>
                <a:ea typeface="Times New Roman" pitchFamily="18" charset="0"/>
              </a:rPr>
              <a:t>yg</a:t>
            </a:r>
            <a:r>
              <a:rPr lang="es-ES" sz="1100" dirty="0">
                <a:solidFill>
                  <a:schemeClr val="bg1"/>
                </a:solidFill>
                <a:latin typeface="Arial Narrow" pitchFamily="34" charset="0"/>
                <a:ea typeface="Times New Roman" pitchFamily="18" charset="0"/>
              </a:rPr>
              <a:t> </a:t>
            </a:r>
            <a:r>
              <a:rPr lang="es-ES" sz="1100" dirty="0" err="1">
                <a:solidFill>
                  <a:schemeClr val="bg1"/>
                </a:solidFill>
                <a:latin typeface="Arial Narrow" pitchFamily="34" charset="0"/>
                <a:ea typeface="Times New Roman" pitchFamily="18" charset="0"/>
              </a:rPr>
              <a:t>dlm</a:t>
            </a:r>
            <a:r>
              <a:rPr lang="es-ES" sz="1100" dirty="0">
                <a:solidFill>
                  <a:schemeClr val="bg1"/>
                </a:solidFill>
                <a:latin typeface="Arial Narrow" pitchFamily="34" charset="0"/>
                <a:ea typeface="Times New Roman" pitchFamily="18" charset="0"/>
              </a:rPr>
              <a:t> PEMBUKAAN </a:t>
            </a:r>
            <a:r>
              <a:rPr lang="es-ES" sz="1100" dirty="0" err="1">
                <a:solidFill>
                  <a:schemeClr val="bg1"/>
                </a:solidFill>
                <a:latin typeface="Arial Narrow" pitchFamily="34" charset="0"/>
                <a:ea typeface="Times New Roman" pitchFamily="18" charset="0"/>
              </a:rPr>
              <a:t>mwngandung</a:t>
            </a:r>
            <a:r>
              <a:rPr lang="es-ES" sz="1100" dirty="0">
                <a:solidFill>
                  <a:schemeClr val="bg1"/>
                </a:solidFill>
                <a:latin typeface="Arial Narrow" pitchFamily="34" charset="0"/>
                <a:ea typeface="Times New Roman" pitchFamily="18" charset="0"/>
              </a:rPr>
              <a:t> </a:t>
            </a:r>
            <a:r>
              <a:rPr lang="es-ES" sz="1100" dirty="0" err="1">
                <a:solidFill>
                  <a:schemeClr val="bg1"/>
                </a:solidFill>
                <a:latin typeface="Arial Narrow" pitchFamily="34" charset="0"/>
                <a:ea typeface="Times New Roman" pitchFamily="18" charset="0"/>
              </a:rPr>
              <a:t>dasar</a:t>
            </a:r>
            <a:r>
              <a:rPr lang="es-ES" sz="1100" dirty="0">
                <a:solidFill>
                  <a:schemeClr val="bg1"/>
                </a:solidFill>
                <a:latin typeface="Arial Narrow" pitchFamily="34" charset="0"/>
                <a:ea typeface="Times New Roman" pitchFamily="18" charset="0"/>
              </a:rPr>
              <a:t> negara</a:t>
            </a:r>
            <a:endParaRPr kumimoji="0" lang="es-ES" sz="1100" b="0" i="0" strike="noStrike" cap="none" normalizeH="0" baseline="0" dirty="0">
              <a:ln>
                <a:noFill/>
              </a:ln>
              <a:solidFill>
                <a:schemeClr val="bg1"/>
              </a:solidFill>
              <a:effectLst/>
              <a:latin typeface="Arial Narrow" pitchFamily="34" charset="0"/>
              <a:ea typeface="Times New Roman" pitchFamily="18" charset="0"/>
            </a:endParaRPr>
          </a:p>
          <a:p>
            <a:pPr marL="173038" marR="0" lvl="0" indent="-173038" algn="ctr" defTabSz="914400" rtl="0" eaLnBrk="1" fontAlgn="base" latinLnBrk="0" hangingPunct="1">
              <a:lnSpc>
                <a:spcPct val="100000"/>
              </a:lnSpc>
              <a:spcBef>
                <a:spcPct val="0"/>
              </a:spcBef>
              <a:spcAft>
                <a:spcPct val="0"/>
              </a:spcAft>
              <a:buClrTx/>
              <a:buSzTx/>
            </a:pPr>
            <a:r>
              <a:rPr kumimoji="0" lang="es-ES" sz="1100" b="0" i="0" u="sng" strike="noStrike" cap="none" normalizeH="0" baseline="0" dirty="0">
                <a:ln>
                  <a:noFill/>
                </a:ln>
                <a:solidFill>
                  <a:schemeClr val="bg1"/>
                </a:solidFill>
                <a:effectLst/>
                <a:latin typeface="Arial Narrow" pitchFamily="34" charset="0"/>
                <a:ea typeface="Times New Roman" pitchFamily="18" charset="0"/>
              </a:rPr>
              <a:t>PANCASILA</a:t>
            </a:r>
          </a:p>
          <a:p>
            <a:pPr marL="173038" marR="0" lvl="0" indent="-173038" algn="just" defTabSz="914400" rtl="0" eaLnBrk="1" fontAlgn="base" latinLnBrk="0" hangingPunct="1">
              <a:lnSpc>
                <a:spcPct val="100000"/>
              </a:lnSpc>
              <a:spcBef>
                <a:spcPct val="0"/>
              </a:spcBef>
              <a:spcAft>
                <a:spcPct val="0"/>
              </a:spcAft>
              <a:buClrTx/>
              <a:buSzTx/>
              <a:buFont typeface="+mj-lt"/>
              <a:buAutoNum type="arabicPeriod"/>
            </a:pPr>
            <a:r>
              <a:rPr kumimoji="0" lang="es-ES" sz="1100" b="0" i="0" u="none" strike="noStrike" cap="none" normalizeH="0" baseline="0" dirty="0" err="1">
                <a:ln>
                  <a:noFill/>
                </a:ln>
                <a:solidFill>
                  <a:schemeClr val="bg1"/>
                </a:solidFill>
                <a:effectLst/>
                <a:latin typeface="Arial Narrow" pitchFamily="34" charset="0"/>
                <a:ea typeface="Times New Roman" pitchFamily="18" charset="0"/>
              </a:rPr>
              <a:t>Ketuhanan</a:t>
            </a:r>
            <a:r>
              <a:rPr kumimoji="0" lang="es-ES" sz="1100" b="0" i="0" u="none" strike="noStrike" cap="none" normalizeH="0" baseline="0" dirty="0">
                <a:ln>
                  <a:noFill/>
                </a:ln>
                <a:solidFill>
                  <a:schemeClr val="bg1"/>
                </a:solidFill>
                <a:effectLst/>
                <a:latin typeface="Arial Narrow" pitchFamily="34" charset="0"/>
                <a:ea typeface="Times New Roman" pitchFamily="18" charset="0"/>
              </a:rPr>
              <a:t> Yang </a:t>
            </a:r>
            <a:r>
              <a:rPr kumimoji="0" lang="es-ES" sz="1100" b="0" i="0" u="none" strike="noStrike" cap="none" normalizeH="0" baseline="0" dirty="0" err="1">
                <a:ln>
                  <a:noFill/>
                </a:ln>
                <a:solidFill>
                  <a:schemeClr val="bg1"/>
                </a:solidFill>
                <a:effectLst/>
                <a:latin typeface="Arial Narrow" pitchFamily="34" charset="0"/>
                <a:ea typeface="Times New Roman" pitchFamily="18" charset="0"/>
              </a:rPr>
              <a:t>Maha</a:t>
            </a:r>
            <a:r>
              <a:rPr kumimoji="0" lang="es-ES" sz="1100" b="0" i="0" u="none" strike="noStrike" cap="none" normalizeH="0" baseline="0" dirty="0">
                <a:ln>
                  <a:noFill/>
                </a:ln>
                <a:solidFill>
                  <a:schemeClr val="bg1"/>
                </a:solidFill>
                <a:effectLst/>
                <a:latin typeface="Arial Narrow" pitchFamily="34" charset="0"/>
                <a:ea typeface="Times New Roman" pitchFamily="18" charset="0"/>
              </a:rPr>
              <a:t> Esa</a:t>
            </a:r>
            <a:endParaRPr kumimoji="0" lang="en-US" sz="110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pPr>
            <a:r>
              <a:rPr kumimoji="0" lang="es-ES" sz="1100" b="0" i="0" u="none" strike="noStrike" cap="none" normalizeH="0" baseline="0" dirty="0" err="1">
                <a:ln>
                  <a:noFill/>
                </a:ln>
                <a:solidFill>
                  <a:schemeClr val="bg1"/>
                </a:solidFill>
                <a:effectLst/>
                <a:latin typeface="Arial Narrow" pitchFamily="34" charset="0"/>
                <a:ea typeface="Times New Roman" pitchFamily="18" charset="0"/>
              </a:rPr>
              <a:t>Kemanusiaan</a:t>
            </a:r>
            <a:r>
              <a:rPr kumimoji="0" lang="es-ES" sz="1100" b="0" i="0" u="none" strike="noStrike" cap="none" normalizeH="0" baseline="0" dirty="0">
                <a:ln>
                  <a:noFill/>
                </a:ln>
                <a:solidFill>
                  <a:schemeClr val="bg1"/>
                </a:solidFill>
                <a:effectLst/>
                <a:latin typeface="Arial Narrow" pitchFamily="34" charset="0"/>
                <a:ea typeface="Times New Roman" pitchFamily="18" charset="0"/>
              </a:rPr>
              <a:t> yang </a:t>
            </a:r>
            <a:r>
              <a:rPr kumimoji="0" lang="es-ES" sz="1100" b="0" i="0" u="none" strike="noStrike" cap="none" normalizeH="0" baseline="0" dirty="0" err="1">
                <a:ln>
                  <a:noFill/>
                </a:ln>
                <a:solidFill>
                  <a:schemeClr val="bg1"/>
                </a:solidFill>
                <a:effectLst/>
                <a:latin typeface="Arial Narrow" pitchFamily="34" charset="0"/>
                <a:ea typeface="Times New Roman" pitchFamily="18" charset="0"/>
              </a:rPr>
              <a:t>adil</a:t>
            </a:r>
            <a:r>
              <a:rPr kumimoji="0" lang="es-ES" sz="1100" b="0" i="0" u="none" strike="noStrike" cap="none" normalizeH="0" baseline="0" dirty="0">
                <a:ln>
                  <a:noFill/>
                </a:ln>
                <a:solidFill>
                  <a:schemeClr val="bg1"/>
                </a:solidFill>
                <a:effectLst/>
                <a:latin typeface="Arial Narrow" pitchFamily="34" charset="0"/>
                <a:ea typeface="Times New Roman" pitchFamily="18" charset="0"/>
              </a:rPr>
              <a:t> dan </a:t>
            </a:r>
            <a:r>
              <a:rPr kumimoji="0" lang="es-ES" sz="1100" b="0" i="0" u="none" strike="noStrike" cap="none" normalizeH="0" baseline="0" dirty="0" err="1">
                <a:ln>
                  <a:noFill/>
                </a:ln>
                <a:solidFill>
                  <a:schemeClr val="bg1"/>
                </a:solidFill>
                <a:effectLst/>
                <a:latin typeface="Arial Narrow" pitchFamily="34" charset="0"/>
                <a:ea typeface="Times New Roman" pitchFamily="18" charset="0"/>
              </a:rPr>
              <a:t>beradab</a:t>
            </a:r>
            <a:r>
              <a:rPr kumimoji="0" lang="es-ES" sz="1100" b="0" i="0" u="none" strike="noStrike" cap="none" normalizeH="0" baseline="0" dirty="0">
                <a:ln>
                  <a:noFill/>
                </a:ln>
                <a:solidFill>
                  <a:schemeClr val="bg1"/>
                </a:solidFill>
                <a:effectLst/>
                <a:latin typeface="Arial Narrow" pitchFamily="34" charset="0"/>
                <a:ea typeface="Times New Roman" pitchFamily="18" charset="0"/>
              </a:rPr>
              <a:t> </a:t>
            </a:r>
            <a:endParaRPr kumimoji="0" lang="en-US" sz="110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pPr>
            <a:r>
              <a:rPr kumimoji="0" lang="es-ES" sz="1100" b="0" i="0" u="none" strike="noStrike" cap="none" normalizeH="0" baseline="0" dirty="0" err="1">
                <a:ln>
                  <a:noFill/>
                </a:ln>
                <a:solidFill>
                  <a:schemeClr val="bg1"/>
                </a:solidFill>
                <a:effectLst/>
                <a:latin typeface="Arial Narrow" pitchFamily="34" charset="0"/>
                <a:ea typeface="Times New Roman" pitchFamily="18" charset="0"/>
              </a:rPr>
              <a:t>Persatuan</a:t>
            </a:r>
            <a:r>
              <a:rPr kumimoji="0" lang="es-ES" sz="1100" b="0" i="0" u="none" strike="noStrike" cap="none" normalizeH="0" baseline="0" dirty="0">
                <a:ln>
                  <a:noFill/>
                </a:ln>
                <a:solidFill>
                  <a:schemeClr val="bg1"/>
                </a:solidFill>
                <a:effectLst/>
                <a:latin typeface="Arial Narrow" pitchFamily="34" charset="0"/>
                <a:ea typeface="Times New Roman" pitchFamily="18" charset="0"/>
              </a:rPr>
              <a:t> Indonesia</a:t>
            </a:r>
            <a:endParaRPr kumimoji="0" lang="en-US" sz="110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buFont typeface="+mj-lt"/>
              <a:buAutoNum type="arabicPeriod"/>
            </a:pPr>
            <a:r>
              <a:rPr kumimoji="0" lang="fi-FI" sz="1100" b="0" i="0" u="none" strike="noStrike" cap="none" normalizeH="0" baseline="0" dirty="0">
                <a:ln>
                  <a:noFill/>
                </a:ln>
                <a:solidFill>
                  <a:schemeClr val="bg1"/>
                </a:solidFill>
                <a:effectLst/>
                <a:latin typeface="Arial Narrow" pitchFamily="34" charset="0"/>
                <a:ea typeface="Times New Roman" pitchFamily="18" charset="0"/>
              </a:rPr>
              <a:t>Kerakyatan yang dipimpin oleh hikmat kebijaksanaan </a:t>
            </a:r>
          </a:p>
          <a:p>
            <a:pPr marL="173038" marR="0" lvl="0" indent="-173038" algn="just" defTabSz="914400" rtl="0" eaLnBrk="0" fontAlgn="base" latinLnBrk="0" hangingPunct="0">
              <a:lnSpc>
                <a:spcPct val="100000"/>
              </a:lnSpc>
              <a:spcBef>
                <a:spcPct val="0"/>
              </a:spcBef>
              <a:spcAft>
                <a:spcPct val="0"/>
              </a:spcAft>
              <a:buClrTx/>
              <a:buSzTx/>
            </a:pPr>
            <a:r>
              <a:rPr lang="fi-FI" sz="1100" dirty="0">
                <a:solidFill>
                  <a:schemeClr val="bg1"/>
                </a:solidFill>
                <a:latin typeface="Arial Narrow" pitchFamily="34" charset="0"/>
                <a:ea typeface="Times New Roman" pitchFamily="18" charset="0"/>
              </a:rPr>
              <a:t>      </a:t>
            </a:r>
            <a:r>
              <a:rPr kumimoji="0" lang="fi-FI" sz="1100" b="0" i="0" u="none" strike="noStrike" cap="none" normalizeH="0" baseline="0" dirty="0">
                <a:ln>
                  <a:noFill/>
                </a:ln>
                <a:solidFill>
                  <a:schemeClr val="bg1"/>
                </a:solidFill>
                <a:effectLst/>
                <a:latin typeface="Arial Narrow" pitchFamily="34" charset="0"/>
                <a:ea typeface="Times New Roman" pitchFamily="18" charset="0"/>
              </a:rPr>
              <a:t>dalam permusyawaratan / perwakilan</a:t>
            </a:r>
            <a:endParaRPr kumimoji="0" lang="en-US" sz="1100" b="0" i="0" u="none" strike="noStrike" cap="none" normalizeH="0" baseline="0" dirty="0">
              <a:ln>
                <a:noFill/>
              </a:ln>
              <a:solidFill>
                <a:schemeClr val="bg1"/>
              </a:solidFill>
              <a:effectLst/>
              <a:latin typeface="Arial Narrow" pitchFamily="34" charset="0"/>
            </a:endParaRPr>
          </a:p>
          <a:p>
            <a:pPr marL="173038" marR="0" lvl="0" indent="-173038" algn="just" defTabSz="914400" rtl="0" eaLnBrk="0" fontAlgn="base" latinLnBrk="0" hangingPunct="0">
              <a:lnSpc>
                <a:spcPct val="100000"/>
              </a:lnSpc>
              <a:spcBef>
                <a:spcPct val="0"/>
              </a:spcBef>
              <a:spcAft>
                <a:spcPct val="0"/>
              </a:spcAft>
              <a:buClrTx/>
              <a:buSzTx/>
            </a:pPr>
            <a:r>
              <a:rPr kumimoji="0" lang="fi-FI" sz="1100" b="0" i="0" u="none" strike="noStrike" cap="none" normalizeH="0" baseline="0" dirty="0">
                <a:ln>
                  <a:noFill/>
                </a:ln>
                <a:solidFill>
                  <a:schemeClr val="bg1"/>
                </a:solidFill>
                <a:effectLst/>
                <a:latin typeface="Arial Narrow" pitchFamily="34" charset="0"/>
                <a:ea typeface="Times New Roman" pitchFamily="18" charset="0"/>
              </a:rPr>
              <a:t>5.   Keadilan sosial bagi seluruh rakyat Indonesia</a:t>
            </a:r>
            <a:endParaRPr kumimoji="0" lang="fi-FI" sz="1100" b="0" i="0" u="none" strike="noStrike" cap="none" normalizeH="0" baseline="0" dirty="0">
              <a:ln>
                <a:noFill/>
              </a:ln>
              <a:solidFill>
                <a:schemeClr val="bg1"/>
              </a:solidFill>
              <a:effectLst/>
              <a:latin typeface="Arial Narrow" pitchFamily="34" charset="0"/>
            </a:endParaRPr>
          </a:p>
        </p:txBody>
      </p:sp>
      <p:sp>
        <p:nvSpPr>
          <p:cNvPr id="15" name="Rectangle 3"/>
          <p:cNvSpPr>
            <a:spLocks noChangeArrowheads="1"/>
          </p:cNvSpPr>
          <p:nvPr/>
        </p:nvSpPr>
        <p:spPr bwMode="auto">
          <a:xfrm>
            <a:off x="1285852" y="4103474"/>
            <a:ext cx="2214546" cy="276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pt-BR" sz="1200" b="0" i="0" u="none" strike="noStrike" cap="none" normalizeH="0" baseline="0" dirty="0">
                <a:ln>
                  <a:noFill/>
                </a:ln>
                <a:solidFill>
                  <a:srgbClr val="FFFF00"/>
                </a:solidFill>
                <a:effectLst/>
                <a:latin typeface="Berlin Sans FB" pitchFamily="34" charset="0"/>
              </a:rPr>
              <a:t>Ir</a:t>
            </a:r>
            <a:r>
              <a:rPr lang="pt-BR" sz="1200" baseline="0" dirty="0">
                <a:solidFill>
                  <a:srgbClr val="FFFF00"/>
                </a:solidFill>
                <a:latin typeface="Berlin Sans FB" pitchFamily="34" charset="0"/>
              </a:rPr>
              <a:t>.</a:t>
            </a:r>
            <a:r>
              <a:rPr lang="pt-BR" sz="1200" dirty="0">
                <a:solidFill>
                  <a:srgbClr val="FFFF00"/>
                </a:solidFill>
                <a:latin typeface="Berlin Sans FB" pitchFamily="34" charset="0"/>
              </a:rPr>
              <a:t> SUKARNO</a:t>
            </a:r>
            <a:endParaRPr kumimoji="0" lang="pt-BR" sz="1800" b="0" i="0" u="none" strike="noStrike" cap="none" normalizeH="0" baseline="0" dirty="0">
              <a:ln>
                <a:noFill/>
              </a:ln>
              <a:solidFill>
                <a:srgbClr val="FFFF00"/>
              </a:solidFill>
              <a:effectLst/>
              <a:latin typeface="Arial" pitchFamily="34" charset="0"/>
            </a:endParaRPr>
          </a:p>
        </p:txBody>
      </p:sp>
      <p:cxnSp>
        <p:nvCxnSpPr>
          <p:cNvPr id="17" name="Straight Arrow Connector 16"/>
          <p:cNvCxnSpPr/>
          <p:nvPr/>
        </p:nvCxnSpPr>
        <p:spPr>
          <a:xfrm>
            <a:off x="1857356" y="5643578"/>
            <a:ext cx="142876" cy="1588"/>
          </a:xfrm>
          <a:prstGeom prst="straightConnector1">
            <a:avLst/>
          </a:prstGeom>
          <a:ln>
            <a:solidFill>
              <a:schemeClr val="bg1">
                <a:lumMod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3000364" y="2071678"/>
            <a:ext cx="2428892" cy="1214446"/>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flipH="1" flipV="1">
            <a:off x="357158" y="3143248"/>
            <a:ext cx="285752" cy="1588"/>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6200000" flipV="1">
            <a:off x="250003" y="4893479"/>
            <a:ext cx="1785948" cy="2"/>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V="1">
            <a:off x="1428728" y="2643181"/>
            <a:ext cx="1285883" cy="3"/>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flipH="1" flipV="1">
            <a:off x="2213752" y="4142586"/>
            <a:ext cx="285752" cy="1588"/>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V="1">
            <a:off x="2857487" y="5143511"/>
            <a:ext cx="2286016" cy="2"/>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flipH="1" flipV="1">
            <a:off x="4928396" y="4142586"/>
            <a:ext cx="285752" cy="1588"/>
          </a:xfrm>
          <a:prstGeom prst="line">
            <a:avLst/>
          </a:prstGeom>
          <a:ln w="57150">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081" name="Rectangle 9"/>
          <p:cNvSpPr>
            <a:spLocks noChangeArrowheads="1"/>
          </p:cNvSpPr>
          <p:nvPr/>
        </p:nvSpPr>
        <p:spPr bwMode="auto">
          <a:xfrm>
            <a:off x="5643634" y="2214554"/>
            <a:ext cx="1571572" cy="861774"/>
          </a:xfrm>
          <a:prstGeom prst="rect">
            <a:avLst/>
          </a:prstGeom>
          <a:noFill/>
          <a:ln w="9525">
            <a:solidFill>
              <a:schemeClr val="bg1">
                <a:lumMod val="9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tab pos="2286000" algn="l"/>
              </a:tabLst>
            </a:pPr>
            <a:r>
              <a:rPr kumimoji="0" lang="sv-SE" sz="1000" b="0" i="0" u="none" strike="noStrike" cap="none" normalizeH="0" baseline="0">
                <a:ln>
                  <a:noFill/>
                </a:ln>
                <a:solidFill>
                  <a:schemeClr val="bg1"/>
                </a:solidFill>
                <a:effectLst/>
                <a:latin typeface="Arial Narrow" pitchFamily="34" charset="0"/>
                <a:ea typeface="Times New Roman" pitchFamily="18" charset="0"/>
              </a:rPr>
              <a:t>Ketuhanan Yang Maha Esa</a:t>
            </a:r>
            <a:endParaRPr kumimoji="0" lang="en-US" sz="1000" b="0" i="0" u="none" strike="noStrike" cap="none" normalizeH="0" baseline="0">
              <a:ln>
                <a:noFill/>
              </a:ln>
              <a:solidFill>
                <a:schemeClr val="bg1"/>
              </a:solidFill>
              <a:effectLst/>
              <a:latin typeface="Arial Narrow"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0" algn="l"/>
              </a:tabLst>
            </a:pPr>
            <a:r>
              <a:rPr kumimoji="0" lang="sv-SE" sz="1000" b="0" i="0" u="none" strike="noStrike" cap="none" normalizeH="0" baseline="0">
                <a:ln>
                  <a:noFill/>
                </a:ln>
                <a:solidFill>
                  <a:schemeClr val="bg1"/>
                </a:solidFill>
                <a:effectLst/>
                <a:latin typeface="Arial Narrow" pitchFamily="34" charset="0"/>
                <a:ea typeface="Times New Roman" pitchFamily="18" charset="0"/>
              </a:rPr>
              <a:t>Peri Kemanusiaan</a:t>
            </a:r>
            <a:endParaRPr kumimoji="0" lang="en-US" sz="1000" b="0" i="0" u="none" strike="noStrike" cap="none" normalizeH="0" baseline="0">
              <a:ln>
                <a:noFill/>
              </a:ln>
              <a:solidFill>
                <a:schemeClr val="bg1"/>
              </a:solidFill>
              <a:effectLst/>
              <a:latin typeface="Arial Narrow"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0" algn="l"/>
              </a:tabLst>
            </a:pPr>
            <a:r>
              <a:rPr kumimoji="0" lang="sv-SE" sz="1000" b="0" i="0" u="none" strike="noStrike" cap="none" normalizeH="0" baseline="0">
                <a:ln>
                  <a:noFill/>
                </a:ln>
                <a:solidFill>
                  <a:schemeClr val="bg1"/>
                </a:solidFill>
                <a:effectLst/>
                <a:latin typeface="Arial Narrow" pitchFamily="34" charset="0"/>
                <a:ea typeface="Times New Roman" pitchFamily="18" charset="0"/>
              </a:rPr>
              <a:t>Kebangsaan</a:t>
            </a:r>
            <a:endParaRPr kumimoji="0" lang="en-US" sz="1000" b="0" i="0" u="none" strike="noStrike" cap="none" normalizeH="0" baseline="0">
              <a:ln>
                <a:noFill/>
              </a:ln>
              <a:solidFill>
                <a:schemeClr val="bg1"/>
              </a:solidFill>
              <a:effectLst/>
              <a:latin typeface="Arial Narrow"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0" algn="l"/>
              </a:tabLst>
            </a:pPr>
            <a:r>
              <a:rPr kumimoji="0" lang="sv-SE" sz="1000" b="0" i="0" u="none" strike="noStrike" cap="none" normalizeH="0" baseline="0">
                <a:ln>
                  <a:noFill/>
                </a:ln>
                <a:solidFill>
                  <a:schemeClr val="bg1"/>
                </a:solidFill>
                <a:effectLst/>
                <a:latin typeface="Arial Narrow" pitchFamily="34" charset="0"/>
                <a:ea typeface="Times New Roman" pitchFamily="18" charset="0"/>
              </a:rPr>
              <a:t>Kerakyatan</a:t>
            </a:r>
            <a:endParaRPr kumimoji="0" lang="en-US" sz="1000" b="0" i="0" u="none" strike="noStrike" cap="none" normalizeH="0" baseline="0">
              <a:ln>
                <a:noFill/>
              </a:ln>
              <a:solidFill>
                <a:schemeClr val="bg1"/>
              </a:solidFill>
              <a:effectLst/>
              <a:latin typeface="Arial Narrow"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0" algn="l"/>
              </a:tabLst>
            </a:pPr>
            <a:r>
              <a:rPr kumimoji="0" lang="sv-SE" sz="1000" b="0" i="0" u="none" strike="noStrike" cap="none" normalizeH="0" baseline="0">
                <a:ln>
                  <a:noFill/>
                </a:ln>
                <a:solidFill>
                  <a:schemeClr val="bg1"/>
                </a:solidFill>
                <a:effectLst/>
                <a:latin typeface="Arial Narrow" pitchFamily="34" charset="0"/>
                <a:ea typeface="Times New Roman" pitchFamily="18" charset="0"/>
              </a:rPr>
              <a:t>Keadilan Sosial</a:t>
            </a:r>
            <a:endParaRPr kumimoji="0" lang="sv-SE" sz="1000" b="0" i="0" u="none" strike="noStrike" cap="none" normalizeH="0" baseline="0">
              <a:ln>
                <a:noFill/>
              </a:ln>
              <a:solidFill>
                <a:schemeClr val="bg1"/>
              </a:solidFill>
              <a:effectLst/>
              <a:latin typeface="Arial Narrow" pitchFamily="34" charset="0"/>
            </a:endParaRPr>
          </a:p>
        </p:txBody>
      </p:sp>
      <p:cxnSp>
        <p:nvCxnSpPr>
          <p:cNvPr id="55" name="Straight Connector 54"/>
          <p:cNvCxnSpPr/>
          <p:nvPr/>
        </p:nvCxnSpPr>
        <p:spPr>
          <a:xfrm rot="5400000" flipH="1" flipV="1">
            <a:off x="5928528" y="3142454"/>
            <a:ext cx="285752" cy="1588"/>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flipH="1" flipV="1">
            <a:off x="6714346" y="3142454"/>
            <a:ext cx="285752" cy="1588"/>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082" name="Rectangle 10"/>
          <p:cNvSpPr>
            <a:spLocks noChangeArrowheads="1"/>
          </p:cNvSpPr>
          <p:nvPr/>
        </p:nvSpPr>
        <p:spPr bwMode="auto">
          <a:xfrm>
            <a:off x="7286644" y="4286256"/>
            <a:ext cx="1146468" cy="400110"/>
          </a:xfrm>
          <a:prstGeom prst="rect">
            <a:avLst/>
          </a:prstGeom>
          <a:noFill/>
          <a:ln w="9525">
            <a:solidFill>
              <a:schemeClr val="bg1">
                <a:lumMod val="95000"/>
              </a:schemeClr>
            </a:solid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tabLst>
                <a:tab pos="1828800" algn="l"/>
              </a:tabLst>
            </a:pPr>
            <a:r>
              <a:rPr kumimoji="0" lang="sv-SE" sz="1000" b="0" i="0" u="none" strike="noStrike" cap="none" normalizeH="0" baseline="0" dirty="0">
                <a:ln>
                  <a:noFill/>
                </a:ln>
                <a:solidFill>
                  <a:schemeClr val="bg1"/>
                </a:solidFill>
                <a:effectLst/>
                <a:latin typeface="Arial Narrow" pitchFamily="34" charset="0"/>
                <a:ea typeface="Times New Roman" pitchFamily="18" charset="0"/>
              </a:rPr>
              <a:t>Ketetapan MPRS  </a:t>
            </a:r>
          </a:p>
          <a:p>
            <a:pPr marL="0" marR="0" lvl="0" indent="0" algn="ctr" defTabSz="914400" rtl="0" eaLnBrk="1" fontAlgn="base" latinLnBrk="0" hangingPunct="1">
              <a:lnSpc>
                <a:spcPct val="100000"/>
              </a:lnSpc>
              <a:spcBef>
                <a:spcPct val="0"/>
              </a:spcBef>
              <a:spcAft>
                <a:spcPct val="0"/>
              </a:spcAft>
              <a:buClrTx/>
              <a:buSzTx/>
              <a:tabLst>
                <a:tab pos="1828800" algn="l"/>
              </a:tabLst>
            </a:pPr>
            <a:r>
              <a:rPr kumimoji="0" lang="sv-SE" sz="1000" b="0" i="0" u="none" strike="noStrike" cap="none" normalizeH="0" baseline="0" dirty="0">
                <a:ln>
                  <a:noFill/>
                </a:ln>
                <a:solidFill>
                  <a:schemeClr val="bg1"/>
                </a:solidFill>
                <a:effectLst/>
                <a:latin typeface="Arial Narrow" pitchFamily="34" charset="0"/>
                <a:ea typeface="Times New Roman" pitchFamily="18" charset="0"/>
              </a:rPr>
              <a:t>No. XX/MPRS/1966</a:t>
            </a:r>
            <a:endParaRPr kumimoji="0" lang="sv-SE" sz="1000" b="0" i="0" u="none" strike="noStrike" cap="none" normalizeH="0" baseline="0" dirty="0">
              <a:ln>
                <a:noFill/>
              </a:ln>
              <a:solidFill>
                <a:schemeClr val="bg1"/>
              </a:solidFill>
              <a:effectLst/>
              <a:latin typeface="Arial Narrow" pitchFamily="34" charset="0"/>
            </a:endParaRPr>
          </a:p>
        </p:txBody>
      </p:sp>
      <p:sp>
        <p:nvSpPr>
          <p:cNvPr id="3083" name="Rectangle 11"/>
          <p:cNvSpPr>
            <a:spLocks noChangeArrowheads="1"/>
          </p:cNvSpPr>
          <p:nvPr/>
        </p:nvSpPr>
        <p:spPr bwMode="auto">
          <a:xfrm>
            <a:off x="7567333" y="4829090"/>
            <a:ext cx="1148071" cy="400110"/>
          </a:xfrm>
          <a:prstGeom prst="rect">
            <a:avLst/>
          </a:prstGeom>
          <a:noFill/>
          <a:ln w="9525">
            <a:solidFill>
              <a:schemeClr val="bg1">
                <a:lumMod val="95000"/>
              </a:schemeClr>
            </a:solid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tabLst>
                <a:tab pos="1828800" algn="l"/>
              </a:tabLst>
            </a:pPr>
            <a:r>
              <a:rPr kumimoji="0" lang="sv-SE" sz="1000" b="0" i="0" u="none" strike="noStrike" cap="none" normalizeH="0" baseline="0" dirty="0">
                <a:ln>
                  <a:noFill/>
                </a:ln>
                <a:solidFill>
                  <a:schemeClr val="bg1"/>
                </a:solidFill>
                <a:effectLst/>
                <a:latin typeface="Arial Narrow" pitchFamily="34" charset="0"/>
                <a:ea typeface="Times New Roman" pitchFamily="18" charset="0"/>
              </a:rPr>
              <a:t>Inpres No.  12  </a:t>
            </a:r>
          </a:p>
          <a:p>
            <a:pPr marL="0" marR="0" lvl="0" indent="0" algn="ctr" defTabSz="914400" rtl="0" eaLnBrk="1" fontAlgn="base" latinLnBrk="0" hangingPunct="1">
              <a:lnSpc>
                <a:spcPct val="100000"/>
              </a:lnSpc>
              <a:spcBef>
                <a:spcPct val="0"/>
              </a:spcBef>
              <a:spcAft>
                <a:spcPct val="0"/>
              </a:spcAft>
              <a:buClrTx/>
              <a:buSzTx/>
              <a:tabLst>
                <a:tab pos="1828800" algn="l"/>
              </a:tabLst>
            </a:pPr>
            <a:r>
              <a:rPr kumimoji="0" lang="sv-SE" sz="1000" b="0" i="0" u="none" strike="noStrike" cap="none" normalizeH="0" baseline="0" dirty="0">
                <a:ln>
                  <a:noFill/>
                </a:ln>
                <a:solidFill>
                  <a:schemeClr val="bg1"/>
                </a:solidFill>
                <a:effectLst/>
                <a:latin typeface="Arial Narrow" pitchFamily="34" charset="0"/>
                <a:ea typeface="Times New Roman" pitchFamily="18" charset="0"/>
              </a:rPr>
              <a:t>TGL 13  April  1968  </a:t>
            </a:r>
            <a:endParaRPr kumimoji="0" lang="sv-SE" sz="1200" b="0" i="0" u="none" strike="noStrike" cap="none" normalizeH="0" baseline="0" dirty="0">
              <a:ln>
                <a:noFill/>
              </a:ln>
              <a:solidFill>
                <a:schemeClr val="bg1"/>
              </a:solidFill>
              <a:effectLst/>
              <a:latin typeface="Arial Narrow" pitchFamily="34" charset="0"/>
            </a:endParaRPr>
          </a:p>
        </p:txBody>
      </p:sp>
      <p:sp>
        <p:nvSpPr>
          <p:cNvPr id="3084" name="Rectangle 12"/>
          <p:cNvSpPr>
            <a:spLocks noChangeArrowheads="1"/>
          </p:cNvSpPr>
          <p:nvPr/>
        </p:nvSpPr>
        <p:spPr bwMode="auto">
          <a:xfrm>
            <a:off x="7367584" y="5183043"/>
            <a:ext cx="1776416"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sv-SE" sz="1000" b="0" i="0" u="none" strike="noStrike" cap="none" normalizeH="0" baseline="0" dirty="0">
                <a:ln>
                  <a:noFill/>
                </a:ln>
                <a:solidFill>
                  <a:srgbClr val="FFFF00"/>
                </a:solidFill>
                <a:effectLst/>
                <a:latin typeface="Arial Narrow" pitchFamily="34" charset="0"/>
                <a:ea typeface="Times New Roman" pitchFamily="18" charset="0"/>
              </a:rPr>
              <a:t>menegaskan bahwa </a:t>
            </a:r>
            <a:r>
              <a:rPr kumimoji="0" lang="sv-SE" sz="1000" b="0" i="1" u="none" strike="noStrike" cap="none" normalizeH="0" baseline="0" dirty="0">
                <a:ln>
                  <a:noFill/>
                </a:ln>
                <a:solidFill>
                  <a:srgbClr val="FFFF00"/>
                </a:solidFill>
                <a:effectLst/>
                <a:latin typeface="Arial Narrow" pitchFamily="34" charset="0"/>
                <a:ea typeface="Times New Roman" pitchFamily="18" charset="0"/>
              </a:rPr>
              <a:t>pengucapan,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sv-SE" sz="1000" b="0" i="1" u="none" strike="noStrike" cap="none" normalizeH="0" baseline="0" dirty="0">
                <a:ln>
                  <a:noFill/>
                </a:ln>
                <a:solidFill>
                  <a:srgbClr val="FFFF00"/>
                </a:solidFill>
                <a:effectLst/>
                <a:latin typeface="Arial Narrow" pitchFamily="34" charset="0"/>
                <a:ea typeface="Times New Roman" pitchFamily="18" charset="0"/>
              </a:rPr>
              <a:t>penulisan dan rumusan</a:t>
            </a:r>
          </a:p>
          <a:p>
            <a:pPr marL="0" marR="0" lvl="0" indent="0" algn="just" defTabSz="914400" rtl="0" eaLnBrk="1" fontAlgn="base" latinLnBrk="0" hangingPunct="1">
              <a:lnSpc>
                <a:spcPct val="100000"/>
              </a:lnSpc>
              <a:spcBef>
                <a:spcPct val="0"/>
              </a:spcBef>
              <a:spcAft>
                <a:spcPct val="0"/>
              </a:spcAft>
              <a:buClrTx/>
              <a:buSzTx/>
              <a:buFontTx/>
              <a:buNone/>
              <a:tabLst/>
            </a:pPr>
            <a:r>
              <a:rPr kumimoji="0" lang="sv-SE" sz="1000" b="0" i="0" u="none" strike="noStrike" cap="none" normalizeH="0" baseline="0" dirty="0">
                <a:ln>
                  <a:noFill/>
                </a:ln>
                <a:solidFill>
                  <a:srgbClr val="FFFF00"/>
                </a:solidFill>
                <a:effectLst/>
                <a:latin typeface="Arial Narrow" pitchFamily="34" charset="0"/>
                <a:ea typeface="Times New Roman" pitchFamily="18" charset="0"/>
              </a:rPr>
              <a:t>Pancasila Dasar Negara RI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sv-SE" sz="1000" b="0" i="0" u="none" strike="noStrike" cap="none" normalizeH="0" baseline="0" dirty="0">
                <a:ln>
                  <a:noFill/>
                </a:ln>
                <a:solidFill>
                  <a:srgbClr val="FFFF00"/>
                </a:solidFill>
                <a:effectLst/>
                <a:latin typeface="Arial Narrow" pitchFamily="34" charset="0"/>
                <a:ea typeface="Times New Roman" pitchFamily="18" charset="0"/>
              </a:rPr>
              <a:t>yang sah dan benar adalah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sv-SE" sz="1000" b="0" i="0" u="none" strike="noStrike" cap="none" normalizeH="0" baseline="0" dirty="0">
                <a:ln>
                  <a:noFill/>
                </a:ln>
                <a:solidFill>
                  <a:srgbClr val="FFFF00"/>
                </a:solidFill>
                <a:effectLst/>
                <a:latin typeface="Arial Narrow" pitchFamily="34" charset="0"/>
                <a:ea typeface="Times New Roman" pitchFamily="18" charset="0"/>
              </a:rPr>
              <a:t>sebagaimana tercantum dalam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sv-SE" sz="1000" b="0" i="0" u="none" strike="noStrike" cap="none" normalizeH="0" baseline="0" dirty="0">
                <a:ln>
                  <a:noFill/>
                </a:ln>
                <a:solidFill>
                  <a:srgbClr val="FFFF00"/>
                </a:solidFill>
                <a:effectLst/>
                <a:latin typeface="Arial Narrow" pitchFamily="34" charset="0"/>
                <a:ea typeface="Times New Roman" pitchFamily="18" charset="0"/>
              </a:rPr>
              <a:t>Pembukaan UUD  1945.</a:t>
            </a:r>
            <a:endParaRPr kumimoji="0" lang="sv-SE" sz="1200" b="0" i="0" u="none" strike="noStrike" cap="none" normalizeH="0" baseline="0" dirty="0">
              <a:ln>
                <a:noFill/>
              </a:ln>
              <a:solidFill>
                <a:srgbClr val="FFFF00"/>
              </a:solidFill>
              <a:effectLst/>
              <a:latin typeface="Arial Narrow" pitchFamily="34" charset="0"/>
            </a:endParaRPr>
          </a:p>
        </p:txBody>
      </p:sp>
      <p:cxnSp>
        <p:nvCxnSpPr>
          <p:cNvPr id="60" name="Straight Connector 59"/>
          <p:cNvCxnSpPr/>
          <p:nvPr/>
        </p:nvCxnSpPr>
        <p:spPr>
          <a:xfrm rot="5400000" flipH="1" flipV="1">
            <a:off x="7714478" y="4142586"/>
            <a:ext cx="285752" cy="1588"/>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8574138" y="4030998"/>
            <a:ext cx="1588" cy="798092"/>
          </a:xfrm>
          <a:prstGeom prst="line">
            <a:avLst/>
          </a:prstGeom>
          <a:ln w="28575">
            <a:solidFill>
              <a:schemeClr val="bg1">
                <a:lumMod val="9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5" name="Rounded Rectangle 64"/>
          <p:cNvSpPr/>
          <p:nvPr/>
        </p:nvSpPr>
        <p:spPr>
          <a:xfrm>
            <a:off x="8429652" y="6330662"/>
            <a:ext cx="571504" cy="357190"/>
          </a:xfrm>
          <a:prstGeom prst="roundRect">
            <a:avLst/>
          </a:prstGeom>
          <a:solidFill>
            <a:schemeClr val="bg1">
              <a:lumMod val="85000"/>
            </a:schemeClr>
          </a:solidFill>
          <a:ln>
            <a:solidFill>
              <a:srgbClr val="FFC0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sp3d extrusionH="57150">
              <a:bevelT w="38100" h="38100"/>
            </a:sp3d>
          </a:bodyPr>
          <a:lstStyle/>
          <a:p>
            <a:pPr algn="ctr">
              <a:defRPr/>
            </a:pPr>
            <a:r>
              <a:rPr lang="id-ID" b="1" dirty="0" smtClean="0">
                <a:ln>
                  <a:solidFill>
                    <a:srgbClr val="990099"/>
                  </a:solidFill>
                </a:ln>
                <a:solidFill>
                  <a:srgbClr val="990099"/>
                </a:solidFill>
              </a:rPr>
              <a:t>1</a:t>
            </a:r>
            <a:r>
              <a:rPr lang="en-US" b="1" dirty="0" smtClean="0">
                <a:ln>
                  <a:solidFill>
                    <a:srgbClr val="990099"/>
                  </a:solidFill>
                </a:ln>
                <a:solidFill>
                  <a:srgbClr val="990099"/>
                </a:solidFill>
              </a:rPr>
              <a:t>2</a:t>
            </a:r>
            <a:endParaRPr lang="en-US" sz="1800" b="1" dirty="0">
              <a:ln>
                <a:solidFill>
                  <a:srgbClr val="990099"/>
                </a:solidFill>
              </a:ln>
              <a:solidFill>
                <a:srgbClr val="990099"/>
              </a:solidFill>
            </a:endParaRPr>
          </a:p>
        </p:txBody>
      </p:sp>
      <p:pic>
        <p:nvPicPr>
          <p:cNvPr id="43" name="Picture 37" descr="garuda"/>
          <p:cNvPicPr>
            <a:picLocks noChangeAspect="1" noChangeArrowheads="1"/>
          </p:cNvPicPr>
          <p:nvPr/>
        </p:nvPicPr>
        <p:blipFill>
          <a:blip r:embed="rId2"/>
          <a:srcRect/>
          <a:stretch>
            <a:fillRect/>
          </a:stretch>
        </p:blipFill>
        <p:spPr bwMode="auto">
          <a:xfrm>
            <a:off x="8208404" y="217274"/>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217799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0-#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0-#ppt_w/2"/>
                                          </p:val>
                                        </p:tav>
                                        <p:tav tm="100000">
                                          <p:val>
                                            <p:strVal val="#ppt_x"/>
                                          </p:val>
                                        </p:tav>
                                      </p:tavLst>
                                    </p:anim>
                                    <p:anim calcmode="lin" valueType="num">
                                      <p:cBhvr additive="base">
                                        <p:cTn id="30" dur="500" fill="hold"/>
                                        <p:tgtEl>
                                          <p:spTgt spid="10"/>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0-#ppt_w/2"/>
                                          </p:val>
                                        </p:tav>
                                        <p:tav tm="100000">
                                          <p:val>
                                            <p:strVal val="#ppt_x"/>
                                          </p:val>
                                        </p:tav>
                                      </p:tavLst>
                                    </p:anim>
                                    <p:anim calcmode="lin" valueType="num">
                                      <p:cBhvr additive="base">
                                        <p:cTn id="34" dur="500" fill="hold"/>
                                        <p:tgtEl>
                                          <p:spTgt spid="13"/>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0-#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0-#ppt_w/2"/>
                                          </p:val>
                                        </p:tav>
                                        <p:tav tm="100000">
                                          <p:val>
                                            <p:strVal val="#ppt_x"/>
                                          </p:val>
                                        </p:tav>
                                      </p:tavLst>
                                    </p:anim>
                                    <p:anim calcmode="lin" valueType="num">
                                      <p:cBhvr additive="base">
                                        <p:cTn id="42" dur="500" fill="hold"/>
                                        <p:tgtEl>
                                          <p:spTgt spid="16"/>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0-#ppt_w/2"/>
                                          </p:val>
                                        </p:tav>
                                        <p:tav tm="100000">
                                          <p:val>
                                            <p:strVal val="#ppt_x"/>
                                          </p:val>
                                        </p:tav>
                                      </p:tavLst>
                                    </p:anim>
                                    <p:anim calcmode="lin" valueType="num">
                                      <p:cBhvr additive="base">
                                        <p:cTn id="46" dur="500" fill="hold"/>
                                        <p:tgtEl>
                                          <p:spTgt spid="18"/>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0-#ppt_w/2"/>
                                          </p:val>
                                        </p:tav>
                                        <p:tav tm="100000">
                                          <p:val>
                                            <p:strVal val="#ppt_x"/>
                                          </p:val>
                                        </p:tav>
                                      </p:tavLst>
                                    </p:anim>
                                    <p:anim calcmode="lin" valueType="num">
                                      <p:cBhvr additive="base">
                                        <p:cTn id="5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wipe(down)">
                                      <p:cBhvr>
                                        <p:cTn id="55" dur="500"/>
                                        <p:tgtEl>
                                          <p:spTgt spid="40"/>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3073"/>
                                        </p:tgtEl>
                                        <p:attrNameLst>
                                          <p:attrName>style.visibility</p:attrName>
                                        </p:attrNameLst>
                                      </p:cBhvr>
                                      <p:to>
                                        <p:strVal val="visible"/>
                                      </p:to>
                                    </p:set>
                                    <p:animEffect transition="in" filter="wipe(down)">
                                      <p:cBhvr>
                                        <p:cTn id="58" dur="500"/>
                                        <p:tgtEl>
                                          <p:spTgt spid="307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wipe(up)">
                                      <p:cBhvr>
                                        <p:cTn id="63" dur="500"/>
                                        <p:tgtEl>
                                          <p:spTgt spid="42"/>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3074"/>
                                        </p:tgtEl>
                                        <p:attrNameLst>
                                          <p:attrName>style.visibility</p:attrName>
                                        </p:attrNameLst>
                                      </p:cBhvr>
                                      <p:to>
                                        <p:strVal val="visible"/>
                                      </p:to>
                                    </p:set>
                                    <p:animEffect transition="in" filter="wipe(up)">
                                      <p:cBhvr>
                                        <p:cTn id="66" dur="500"/>
                                        <p:tgtEl>
                                          <p:spTgt spid="307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wipe(down)">
                                      <p:cBhvr>
                                        <p:cTn id="71" dur="500"/>
                                        <p:tgtEl>
                                          <p:spTgt spid="47"/>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3077"/>
                                        </p:tgtEl>
                                        <p:attrNameLst>
                                          <p:attrName>style.visibility</p:attrName>
                                        </p:attrNameLst>
                                      </p:cBhvr>
                                      <p:to>
                                        <p:strVal val="visible"/>
                                      </p:to>
                                    </p:set>
                                    <p:animEffect transition="in" filter="wipe(down)">
                                      <p:cBhvr>
                                        <p:cTn id="74" dur="500"/>
                                        <p:tgtEl>
                                          <p:spTgt spid="3077"/>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3076"/>
                                        </p:tgtEl>
                                        <p:attrNameLst>
                                          <p:attrName>style.visibility</p:attrName>
                                        </p:attrNameLst>
                                      </p:cBhvr>
                                      <p:to>
                                        <p:strVal val="visible"/>
                                      </p:to>
                                    </p:set>
                                    <p:animEffect transition="in" filter="wipe(down)">
                                      <p:cBhvr>
                                        <p:cTn id="77" dur="500"/>
                                        <p:tgtEl>
                                          <p:spTgt spid="3076"/>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3075"/>
                                        </p:tgtEl>
                                        <p:attrNameLst>
                                          <p:attrName>style.visibility</p:attrName>
                                        </p:attrNameLst>
                                      </p:cBhvr>
                                      <p:to>
                                        <p:strVal val="visible"/>
                                      </p:to>
                                    </p:set>
                                    <p:animEffect transition="in" filter="wipe(down)">
                                      <p:cBhvr>
                                        <p:cTn id="80" dur="500"/>
                                        <p:tgtEl>
                                          <p:spTgt spid="307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wipe(up)">
                                      <p:cBhvr>
                                        <p:cTn id="85" dur="500"/>
                                        <p:tgtEl>
                                          <p:spTgt spid="15"/>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3078"/>
                                        </p:tgtEl>
                                        <p:attrNameLst>
                                          <p:attrName>style.visibility</p:attrName>
                                        </p:attrNameLst>
                                      </p:cBhvr>
                                      <p:to>
                                        <p:strVal val="visible"/>
                                      </p:to>
                                    </p:set>
                                    <p:animEffect transition="in" filter="wipe(up)">
                                      <p:cBhvr>
                                        <p:cTn id="88" dur="500"/>
                                        <p:tgtEl>
                                          <p:spTgt spid="3078"/>
                                        </p:tgtEl>
                                      </p:cBhvr>
                                    </p:animEffect>
                                  </p:childTnLst>
                                </p:cTn>
                              </p:par>
                              <p:par>
                                <p:cTn id="89" presetID="22" presetClass="entr" presetSubtype="1" fill="hold" grpId="0" nodeType="with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wipe(up)">
                                      <p:cBhvr>
                                        <p:cTn id="91" dur="500"/>
                                        <p:tgtEl>
                                          <p:spTgt spid="12"/>
                                        </p:tgtEl>
                                      </p:cBhvr>
                                    </p:animEffect>
                                  </p:childTnLst>
                                </p:cTn>
                              </p:par>
                              <p:par>
                                <p:cTn id="92" presetID="22" presetClass="entr" presetSubtype="1" fill="hold" nodeType="with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wipe(up)">
                                      <p:cBhvr>
                                        <p:cTn id="94" dur="500"/>
                                        <p:tgtEl>
                                          <p:spTgt spid="4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wipe(left)">
                                      <p:cBhvr>
                                        <p:cTn id="99" dur="500"/>
                                        <p:tgtEl>
                                          <p:spTgt spid="39"/>
                                        </p:tgtEl>
                                      </p:cBhvr>
                                    </p:animEffect>
                                  </p:childTnLst>
                                </p:cTn>
                              </p:par>
                              <p:par>
                                <p:cTn id="100" presetID="22" presetClass="entr" presetSubtype="8" fill="hold" grpId="0" nodeType="withEffect">
                                  <p:stCondLst>
                                    <p:cond delay="0"/>
                                  </p:stCondLst>
                                  <p:childTnLst>
                                    <p:set>
                                      <p:cBhvr>
                                        <p:cTn id="101" dur="1" fill="hold">
                                          <p:stCondLst>
                                            <p:cond delay="0"/>
                                          </p:stCondLst>
                                        </p:cTn>
                                        <p:tgtEl>
                                          <p:spTgt spid="3079"/>
                                        </p:tgtEl>
                                        <p:attrNameLst>
                                          <p:attrName>style.visibility</p:attrName>
                                        </p:attrNameLst>
                                      </p:cBhvr>
                                      <p:to>
                                        <p:strVal val="visible"/>
                                      </p:to>
                                    </p:set>
                                    <p:animEffect transition="in" filter="wipe(left)">
                                      <p:cBhvr>
                                        <p:cTn id="102" dur="500"/>
                                        <p:tgtEl>
                                          <p:spTgt spid="307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50"/>
                                        </p:tgtEl>
                                        <p:attrNameLst>
                                          <p:attrName>style.visibility</p:attrName>
                                        </p:attrNameLst>
                                      </p:cBhvr>
                                      <p:to>
                                        <p:strVal val="visible"/>
                                      </p:to>
                                    </p:set>
                                    <p:animEffect transition="in" filter="wipe(up)">
                                      <p:cBhvr>
                                        <p:cTn id="107" dur="500"/>
                                        <p:tgtEl>
                                          <p:spTgt spid="50"/>
                                        </p:tgtEl>
                                      </p:cBhvr>
                                    </p:animEffect>
                                  </p:childTnLst>
                                </p:cTn>
                              </p:par>
                              <p:par>
                                <p:cTn id="108" presetID="16" presetClass="entr" presetSubtype="37" fill="hold" grpId="0" nodeType="withEffect">
                                  <p:stCondLst>
                                    <p:cond delay="0"/>
                                  </p:stCondLst>
                                  <p:childTnLst>
                                    <p:set>
                                      <p:cBhvr>
                                        <p:cTn id="109" dur="1" fill="hold">
                                          <p:stCondLst>
                                            <p:cond delay="0"/>
                                          </p:stCondLst>
                                        </p:cTn>
                                        <p:tgtEl>
                                          <p:spTgt spid="11"/>
                                        </p:tgtEl>
                                        <p:attrNameLst>
                                          <p:attrName>style.visibility</p:attrName>
                                        </p:attrNameLst>
                                      </p:cBhvr>
                                      <p:to>
                                        <p:strVal val="visible"/>
                                      </p:to>
                                    </p:set>
                                    <p:animEffect transition="in" filter="barn(outVertical)">
                                      <p:cBhvr>
                                        <p:cTn id="110" dur="500"/>
                                        <p:tgtEl>
                                          <p:spTgt spid="11"/>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nodeType="clickEffect">
                                  <p:stCondLst>
                                    <p:cond delay="0"/>
                                  </p:stCondLst>
                                  <p:childTnLst>
                                    <p:set>
                                      <p:cBhvr>
                                        <p:cTn id="114" dur="1" fill="hold">
                                          <p:stCondLst>
                                            <p:cond delay="0"/>
                                          </p:stCondLst>
                                        </p:cTn>
                                        <p:tgtEl>
                                          <p:spTgt spid="52"/>
                                        </p:tgtEl>
                                        <p:attrNameLst>
                                          <p:attrName>style.visibility</p:attrName>
                                        </p:attrNameLst>
                                      </p:cBhvr>
                                      <p:to>
                                        <p:strVal val="visible"/>
                                      </p:to>
                                    </p:set>
                                    <p:animEffect transition="in" filter="wipe(up)">
                                      <p:cBhvr>
                                        <p:cTn id="115" dur="500"/>
                                        <p:tgtEl>
                                          <p:spTgt spid="52"/>
                                        </p:tgtEl>
                                      </p:cBhvr>
                                    </p:animEffect>
                                  </p:childTnLst>
                                </p:cTn>
                              </p:par>
                              <p:par>
                                <p:cTn id="116" presetID="22" presetClass="entr" presetSubtype="1" fill="hold" grpId="0" nodeType="withEffect">
                                  <p:stCondLst>
                                    <p:cond delay="0"/>
                                  </p:stCondLst>
                                  <p:childTnLst>
                                    <p:set>
                                      <p:cBhvr>
                                        <p:cTn id="117" dur="1" fill="hold">
                                          <p:stCondLst>
                                            <p:cond delay="0"/>
                                          </p:stCondLst>
                                        </p:cTn>
                                        <p:tgtEl>
                                          <p:spTgt spid="3080"/>
                                        </p:tgtEl>
                                        <p:attrNameLst>
                                          <p:attrName>style.visibility</p:attrName>
                                        </p:attrNameLst>
                                      </p:cBhvr>
                                      <p:to>
                                        <p:strVal val="visible"/>
                                      </p:to>
                                    </p:set>
                                    <p:animEffect transition="in" filter="wipe(up)">
                                      <p:cBhvr>
                                        <p:cTn id="118" dur="500"/>
                                        <p:tgtEl>
                                          <p:spTgt spid="3080"/>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nodeType="clickEffect">
                                  <p:stCondLst>
                                    <p:cond delay="0"/>
                                  </p:stCondLst>
                                  <p:childTnLst>
                                    <p:set>
                                      <p:cBhvr>
                                        <p:cTn id="122" dur="1" fill="hold">
                                          <p:stCondLst>
                                            <p:cond delay="0"/>
                                          </p:stCondLst>
                                        </p:cTn>
                                        <p:tgtEl>
                                          <p:spTgt spid="55"/>
                                        </p:tgtEl>
                                        <p:attrNameLst>
                                          <p:attrName>style.visibility</p:attrName>
                                        </p:attrNameLst>
                                      </p:cBhvr>
                                      <p:to>
                                        <p:strVal val="visible"/>
                                      </p:to>
                                    </p:set>
                                    <p:animEffect transition="in" filter="wipe(down)">
                                      <p:cBhvr>
                                        <p:cTn id="123" dur="500"/>
                                        <p:tgtEl>
                                          <p:spTgt spid="55"/>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3081"/>
                                        </p:tgtEl>
                                        <p:attrNameLst>
                                          <p:attrName>style.visibility</p:attrName>
                                        </p:attrNameLst>
                                      </p:cBhvr>
                                      <p:to>
                                        <p:strVal val="visible"/>
                                      </p:to>
                                    </p:set>
                                    <p:animEffect transition="in" filter="wipe(down)">
                                      <p:cBhvr>
                                        <p:cTn id="126" dur="500"/>
                                        <p:tgtEl>
                                          <p:spTgt spid="3081"/>
                                        </p:tgtEl>
                                      </p:cBhvr>
                                    </p:animEffect>
                                  </p:childTnLst>
                                </p:cTn>
                              </p:par>
                              <p:par>
                                <p:cTn id="127" presetID="22" presetClass="entr" presetSubtype="4" fill="hold" nodeType="withEffect">
                                  <p:stCondLst>
                                    <p:cond delay="0"/>
                                  </p:stCondLst>
                                  <p:childTnLst>
                                    <p:set>
                                      <p:cBhvr>
                                        <p:cTn id="128" dur="1" fill="hold">
                                          <p:stCondLst>
                                            <p:cond delay="0"/>
                                          </p:stCondLst>
                                        </p:cTn>
                                        <p:tgtEl>
                                          <p:spTgt spid="56"/>
                                        </p:tgtEl>
                                        <p:attrNameLst>
                                          <p:attrName>style.visibility</p:attrName>
                                        </p:attrNameLst>
                                      </p:cBhvr>
                                      <p:to>
                                        <p:strVal val="visible"/>
                                      </p:to>
                                    </p:set>
                                    <p:animEffect transition="in" filter="wipe(down)">
                                      <p:cBhvr>
                                        <p:cTn id="129" dur="500"/>
                                        <p:tgtEl>
                                          <p:spTgt spid="56"/>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1" fill="hold" nodeType="click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wipe(up)">
                                      <p:cBhvr>
                                        <p:cTn id="134" dur="500"/>
                                        <p:tgtEl>
                                          <p:spTgt spid="60"/>
                                        </p:tgtEl>
                                      </p:cBhvr>
                                    </p:animEffect>
                                  </p:childTnLst>
                                </p:cTn>
                              </p:par>
                              <p:par>
                                <p:cTn id="135" presetID="22" presetClass="entr" presetSubtype="1" fill="hold" grpId="0" nodeType="withEffect">
                                  <p:stCondLst>
                                    <p:cond delay="0"/>
                                  </p:stCondLst>
                                  <p:childTnLst>
                                    <p:set>
                                      <p:cBhvr>
                                        <p:cTn id="136" dur="1" fill="hold">
                                          <p:stCondLst>
                                            <p:cond delay="0"/>
                                          </p:stCondLst>
                                        </p:cTn>
                                        <p:tgtEl>
                                          <p:spTgt spid="3082"/>
                                        </p:tgtEl>
                                        <p:attrNameLst>
                                          <p:attrName>style.visibility</p:attrName>
                                        </p:attrNameLst>
                                      </p:cBhvr>
                                      <p:to>
                                        <p:strVal val="visible"/>
                                      </p:to>
                                    </p:set>
                                    <p:animEffect transition="in" filter="wipe(up)">
                                      <p:cBhvr>
                                        <p:cTn id="137" dur="500"/>
                                        <p:tgtEl>
                                          <p:spTgt spid="3082"/>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1" fill="hold" nodeType="clickEffect">
                                  <p:stCondLst>
                                    <p:cond delay="0"/>
                                  </p:stCondLst>
                                  <p:childTnLst>
                                    <p:set>
                                      <p:cBhvr>
                                        <p:cTn id="141" dur="1" fill="hold">
                                          <p:stCondLst>
                                            <p:cond delay="0"/>
                                          </p:stCondLst>
                                        </p:cTn>
                                        <p:tgtEl>
                                          <p:spTgt spid="61"/>
                                        </p:tgtEl>
                                        <p:attrNameLst>
                                          <p:attrName>style.visibility</p:attrName>
                                        </p:attrNameLst>
                                      </p:cBhvr>
                                      <p:to>
                                        <p:strVal val="visible"/>
                                      </p:to>
                                    </p:set>
                                    <p:animEffect transition="in" filter="wipe(up)">
                                      <p:cBhvr>
                                        <p:cTn id="142" dur="500"/>
                                        <p:tgtEl>
                                          <p:spTgt spid="61"/>
                                        </p:tgtEl>
                                      </p:cBhvr>
                                    </p:animEffect>
                                  </p:childTnLst>
                                </p:cTn>
                              </p:par>
                              <p:par>
                                <p:cTn id="143" presetID="22" presetClass="entr" presetSubtype="1" fill="hold" grpId="0" nodeType="withEffect">
                                  <p:stCondLst>
                                    <p:cond delay="0"/>
                                  </p:stCondLst>
                                  <p:childTnLst>
                                    <p:set>
                                      <p:cBhvr>
                                        <p:cTn id="144" dur="1" fill="hold">
                                          <p:stCondLst>
                                            <p:cond delay="0"/>
                                          </p:stCondLst>
                                        </p:cTn>
                                        <p:tgtEl>
                                          <p:spTgt spid="3083"/>
                                        </p:tgtEl>
                                        <p:attrNameLst>
                                          <p:attrName>style.visibility</p:attrName>
                                        </p:attrNameLst>
                                      </p:cBhvr>
                                      <p:to>
                                        <p:strVal val="visible"/>
                                      </p:to>
                                    </p:set>
                                    <p:animEffect transition="in" filter="wipe(up)">
                                      <p:cBhvr>
                                        <p:cTn id="145" dur="500"/>
                                        <p:tgtEl>
                                          <p:spTgt spid="3083"/>
                                        </p:tgtEl>
                                      </p:cBhvr>
                                    </p:animEffect>
                                  </p:childTnLst>
                                </p:cTn>
                              </p:par>
                              <p:par>
                                <p:cTn id="146" presetID="22" presetClass="entr" presetSubtype="1" fill="hold" grpId="0" nodeType="withEffect">
                                  <p:stCondLst>
                                    <p:cond delay="0"/>
                                  </p:stCondLst>
                                  <p:childTnLst>
                                    <p:set>
                                      <p:cBhvr>
                                        <p:cTn id="147" dur="1" fill="hold">
                                          <p:stCondLst>
                                            <p:cond delay="0"/>
                                          </p:stCondLst>
                                        </p:cTn>
                                        <p:tgtEl>
                                          <p:spTgt spid="3084"/>
                                        </p:tgtEl>
                                        <p:attrNameLst>
                                          <p:attrName>style.visibility</p:attrName>
                                        </p:attrNameLst>
                                      </p:cBhvr>
                                      <p:to>
                                        <p:strVal val="visible"/>
                                      </p:to>
                                    </p:set>
                                    <p:animEffect transition="in" filter="wipe(up)">
                                      <p:cBhvr>
                                        <p:cTn id="148" dur="500"/>
                                        <p:tgtEl>
                                          <p:spTgt spid="3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P spid="14" grpId="0" animBg="1"/>
      <p:bldP spid="16" grpId="0" animBg="1"/>
      <p:bldP spid="18" grpId="0" animBg="1"/>
      <p:bldP spid="19" grpId="0" animBg="1"/>
      <p:bldP spid="3073" grpId="0" animBg="1"/>
      <p:bldP spid="3074" grpId="0" animBg="1"/>
      <p:bldP spid="3075" grpId="0"/>
      <p:bldP spid="3076" grpId="0" animBg="1"/>
      <p:bldP spid="3077" grpId="0" animBg="1"/>
      <p:bldP spid="3078" grpId="0" animBg="1"/>
      <p:bldP spid="11" grpId="0"/>
      <p:bldP spid="12" grpId="0" animBg="1"/>
      <p:bldP spid="3079" grpId="0" animBg="1"/>
      <p:bldP spid="3080" grpId="0" animBg="1"/>
      <p:bldP spid="15" grpId="0"/>
      <p:bldP spid="3081" grpId="0" animBg="1"/>
      <p:bldP spid="3082" grpId="0" animBg="1"/>
      <p:bldP spid="3083" grpId="0" animBg="1"/>
      <p:bldP spid="308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p:cNvSpPr/>
          <p:nvPr/>
        </p:nvSpPr>
        <p:spPr>
          <a:xfrm>
            <a:off x="229816" y="1340768"/>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YURIDIS PANCASILA SBG DASAR NEGARA</a:t>
            </a:r>
            <a:endParaRPr lang="id-ID" dirty="0">
              <a:solidFill>
                <a:srgbClr val="005426"/>
              </a:solidFill>
            </a:endParaRPr>
          </a:p>
        </p:txBody>
      </p:sp>
      <p:sp>
        <p:nvSpPr>
          <p:cNvPr id="15" name="Rounded Rectangle 14"/>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13</a:t>
            </a:r>
            <a:endParaRPr lang="id-ID" dirty="0">
              <a:solidFill>
                <a:srgbClr val="FFC000"/>
              </a:solidFill>
              <a:latin typeface="Franklin Gothic Demi Cond" pitchFamily="34" charset="0"/>
            </a:endParaRPr>
          </a:p>
        </p:txBody>
      </p:sp>
      <p:sp>
        <p:nvSpPr>
          <p:cNvPr id="7" name="Rounded Rectangle 6"/>
          <p:cNvSpPr/>
          <p:nvPr/>
        </p:nvSpPr>
        <p:spPr>
          <a:xfrm>
            <a:off x="830542" y="184872"/>
            <a:ext cx="8061938" cy="846160"/>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smtClean="0">
                <a:solidFill>
                  <a:schemeClr val="bg1"/>
                </a:solidFill>
                <a:latin typeface="Franklin Gothic Demi Cond" pitchFamily="34" charset="0"/>
              </a:rPr>
              <a:t>SUMBER YURIDIS, HISTORIS, SOSIOLOGIS, POLITIS </a:t>
            </a:r>
            <a:r>
              <a:rPr lang="id-ID" sz="2800" dirty="0" smtClean="0">
                <a:solidFill>
                  <a:schemeClr val="bg1"/>
                </a:solidFill>
                <a:latin typeface="Franklin Gothic Demi Cond" pitchFamily="34" charset="0"/>
              </a:rPr>
              <a:t>PANCASILA </a:t>
            </a:r>
            <a:r>
              <a:rPr lang="en-US" sz="2800" dirty="0" smtClean="0">
                <a:solidFill>
                  <a:schemeClr val="bg1"/>
                </a:solidFill>
                <a:latin typeface="Franklin Gothic Demi Cond" pitchFamily="34" charset="0"/>
              </a:rPr>
              <a:t> SEBAGAI DASAR NEGARA</a:t>
            </a:r>
            <a:endParaRPr lang="id-ID" sz="2800" dirty="0">
              <a:solidFill>
                <a:srgbClr val="3E1B59"/>
              </a:solidFill>
              <a:latin typeface="Bernard MT Condensed" pitchFamily="18" charset="0"/>
            </a:endParaRPr>
          </a:p>
        </p:txBody>
      </p:sp>
      <p:sp>
        <p:nvSpPr>
          <p:cNvPr id="2" name="Rounded Rectangle 1"/>
          <p:cNvSpPr/>
          <p:nvPr/>
        </p:nvSpPr>
        <p:spPr>
          <a:xfrm>
            <a:off x="467544" y="116632"/>
            <a:ext cx="914400" cy="914400"/>
          </a:xfrm>
          <a:prstGeom prst="roundRect">
            <a:avLst/>
          </a:prstGeom>
          <a:solidFill>
            <a:srgbClr val="7030A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lumMod val="95000"/>
                  </a:schemeClr>
                </a:solidFill>
                <a:latin typeface="Bernard MT Condensed" pitchFamily="18" charset="0"/>
              </a:rPr>
              <a:t>C</a:t>
            </a:r>
            <a:endParaRPr lang="id-ID" sz="3600" dirty="0">
              <a:solidFill>
                <a:schemeClr val="bg1">
                  <a:lumMod val="95000"/>
                </a:schemeClr>
              </a:solidFill>
              <a:latin typeface="Bernard MT Condensed" pitchFamily="18" charset="0"/>
            </a:endParaRPr>
          </a:p>
        </p:txBody>
      </p:sp>
      <p:sp>
        <p:nvSpPr>
          <p:cNvPr id="19" name="Rounded Rectangle 18"/>
          <p:cNvSpPr/>
          <p:nvPr/>
        </p:nvSpPr>
        <p:spPr>
          <a:xfrm>
            <a:off x="229748" y="2420888"/>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HISTORIS PANCASILA SBG DASAR NEGARA</a:t>
            </a:r>
            <a:endParaRPr lang="id-ID" dirty="0">
              <a:solidFill>
                <a:srgbClr val="005426"/>
              </a:solidFill>
            </a:endParaRPr>
          </a:p>
        </p:txBody>
      </p:sp>
      <p:sp>
        <p:nvSpPr>
          <p:cNvPr id="27" name="Rounded Rectangle 26"/>
          <p:cNvSpPr/>
          <p:nvPr/>
        </p:nvSpPr>
        <p:spPr>
          <a:xfrm>
            <a:off x="1525960" y="3501008"/>
            <a:ext cx="2253952" cy="972108"/>
          </a:xfrm>
          <a:prstGeom prst="roundRect">
            <a:avLst>
              <a:gd name="adj" fmla="val 7915"/>
            </a:avLst>
          </a:prstGeom>
          <a:solidFill>
            <a:srgbClr val="005426"/>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Franklin Gothic Demi Cond" pitchFamily="34" charset="0"/>
              </a:rPr>
              <a:t>SUMBER </a:t>
            </a:r>
            <a:r>
              <a:rPr lang="en-US" dirty="0" smtClean="0">
                <a:solidFill>
                  <a:schemeClr val="bg1"/>
                </a:solidFill>
                <a:latin typeface="Franklin Gothic Demi Cond" pitchFamily="34" charset="0"/>
              </a:rPr>
              <a:t>SOSIOLOGIS PANCASILA SBG DASAR NEGARA</a:t>
            </a:r>
            <a:endParaRPr lang="id-ID" dirty="0"/>
          </a:p>
        </p:txBody>
      </p:sp>
      <p:sp>
        <p:nvSpPr>
          <p:cNvPr id="32" name="Rounded Rectangle 31"/>
          <p:cNvSpPr/>
          <p:nvPr/>
        </p:nvSpPr>
        <p:spPr>
          <a:xfrm>
            <a:off x="229748" y="4581128"/>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POLITIS PANCASILA SBG DASAR NEGARA</a:t>
            </a:r>
            <a:endParaRPr lang="id-ID" dirty="0">
              <a:solidFill>
                <a:srgbClr val="005426"/>
              </a:solidFill>
            </a:endParaRPr>
          </a:p>
        </p:txBody>
      </p:sp>
      <p:sp>
        <p:nvSpPr>
          <p:cNvPr id="33" name="Oval 32"/>
          <p:cNvSpPr/>
          <p:nvPr/>
        </p:nvSpPr>
        <p:spPr>
          <a:xfrm>
            <a:off x="35496" y="1556792"/>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1</a:t>
            </a:r>
            <a:endParaRPr lang="en-US" dirty="0">
              <a:latin typeface="Bernard MT Condensed" pitchFamily="18" charset="0"/>
            </a:endParaRPr>
          </a:p>
        </p:txBody>
      </p:sp>
      <p:sp>
        <p:nvSpPr>
          <p:cNvPr id="34" name="Oval 33"/>
          <p:cNvSpPr/>
          <p:nvPr/>
        </p:nvSpPr>
        <p:spPr>
          <a:xfrm>
            <a:off x="35496" y="2636912"/>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2</a:t>
            </a:r>
            <a:endParaRPr lang="en-US" dirty="0">
              <a:latin typeface="Bernard MT Condensed" pitchFamily="18" charset="0"/>
            </a:endParaRPr>
          </a:p>
        </p:txBody>
      </p:sp>
      <p:sp>
        <p:nvSpPr>
          <p:cNvPr id="35" name="Oval 34"/>
          <p:cNvSpPr/>
          <p:nvPr/>
        </p:nvSpPr>
        <p:spPr>
          <a:xfrm>
            <a:off x="1331640" y="3789040"/>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3</a:t>
            </a:r>
            <a:endParaRPr lang="en-US" dirty="0">
              <a:latin typeface="Bernard MT Condensed" pitchFamily="18" charset="0"/>
            </a:endParaRPr>
          </a:p>
        </p:txBody>
      </p:sp>
      <p:sp>
        <p:nvSpPr>
          <p:cNvPr id="36" name="Oval 35"/>
          <p:cNvSpPr/>
          <p:nvPr/>
        </p:nvSpPr>
        <p:spPr>
          <a:xfrm>
            <a:off x="35496" y="4869160"/>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4</a:t>
            </a:r>
            <a:endParaRPr lang="en-US" dirty="0">
              <a:latin typeface="Bernard MT Condensed" pitchFamily="18" charset="0"/>
            </a:endParaRPr>
          </a:p>
        </p:txBody>
      </p:sp>
      <p:sp>
        <p:nvSpPr>
          <p:cNvPr id="4" name="Rectangle 3"/>
          <p:cNvSpPr/>
          <p:nvPr/>
        </p:nvSpPr>
        <p:spPr>
          <a:xfrm>
            <a:off x="3851920" y="2420888"/>
            <a:ext cx="4572000" cy="4139595"/>
          </a:xfrm>
          <a:prstGeom prst="rect">
            <a:avLst/>
          </a:prstGeom>
        </p:spPr>
        <p:txBody>
          <a:bodyPr>
            <a:spAutoFit/>
          </a:bodyPr>
          <a:lstStyle/>
          <a:p>
            <a:pPr marL="171450" indent="-171450" algn="just">
              <a:spcBef>
                <a:spcPts val="600"/>
              </a:spcBef>
              <a:buFont typeface="Wingdings" pitchFamily="2" charset="2"/>
              <a:buChar char="§"/>
            </a:pPr>
            <a:r>
              <a:rPr lang="en-US" sz="1400" i="1" dirty="0" err="1">
                <a:solidFill>
                  <a:schemeClr val="bg1"/>
                </a:solidFill>
                <a:latin typeface="Franklin Gothic Demi Cond" pitchFamily="34" charset="0"/>
              </a:rPr>
              <a:t>Pertama</a:t>
            </a:r>
            <a:r>
              <a:rPr lang="en-US" sz="1400" dirty="0">
                <a:solidFill>
                  <a:schemeClr val="bg1"/>
                </a:solidFill>
                <a:latin typeface="Franklin Gothic Demi Cond" pitchFamily="34" charset="0"/>
              </a:rPr>
              <a:t>, </a:t>
            </a:r>
            <a:r>
              <a:rPr lang="en-US" sz="1400" dirty="0" err="1">
                <a:solidFill>
                  <a:srgbClr val="FFFF00"/>
                </a:solidFill>
                <a:latin typeface="Franklin Gothic Demi Cond" pitchFamily="34" charset="0"/>
              </a:rPr>
              <a:t>nilai-nilai</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ketuhanan</a:t>
            </a:r>
            <a:r>
              <a:rPr lang="en-US" sz="1400" dirty="0">
                <a:solidFill>
                  <a:srgbClr val="FFFF00"/>
                </a:solidFill>
                <a:latin typeface="Franklin Gothic Demi Cond" pitchFamily="34" charset="0"/>
              </a:rPr>
              <a:t> </a:t>
            </a:r>
            <a:r>
              <a:rPr lang="en-US" sz="1400" dirty="0">
                <a:solidFill>
                  <a:schemeClr val="bg1"/>
                </a:solidFill>
                <a:latin typeface="Franklin Gothic Demi Cond" pitchFamily="34" charset="0"/>
              </a:rPr>
              <a:t>(</a:t>
            </a:r>
            <a:r>
              <a:rPr lang="en-US" sz="1400" i="1" dirty="0" err="1">
                <a:solidFill>
                  <a:schemeClr val="bg1"/>
                </a:solidFill>
                <a:latin typeface="Franklin Gothic Demi Cond" pitchFamily="34" charset="0"/>
              </a:rPr>
              <a:t>religiusitas</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sebagai</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sumber</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etika</a:t>
            </a:r>
            <a:r>
              <a:rPr lang="en-US" sz="1400" dirty="0">
                <a:solidFill>
                  <a:schemeClr val="bg1"/>
                </a:solidFill>
                <a:latin typeface="Franklin Gothic Demi Cond" pitchFamily="34" charset="0"/>
              </a:rPr>
              <a:t> </a:t>
            </a:r>
            <a:r>
              <a:rPr lang="en-US" sz="1400" dirty="0" err="1" smtClean="0">
                <a:solidFill>
                  <a:schemeClr val="bg1"/>
                </a:solidFill>
                <a:latin typeface="Franklin Gothic Demi Cond" pitchFamily="34" charset="0"/>
              </a:rPr>
              <a:t>dan</a:t>
            </a:r>
            <a:r>
              <a:rPr lang="en-US" sz="1400" dirty="0" smtClean="0">
                <a:solidFill>
                  <a:schemeClr val="bg1"/>
                </a:solidFill>
                <a:latin typeface="Franklin Gothic Demi Cond" pitchFamily="34" charset="0"/>
              </a:rPr>
              <a:t> </a:t>
            </a:r>
            <a:r>
              <a:rPr lang="en-US" sz="1400" i="1" dirty="0" err="1" smtClean="0">
                <a:solidFill>
                  <a:schemeClr val="bg1"/>
                </a:solidFill>
                <a:latin typeface="Franklin Gothic Demi Cond" pitchFamily="34" charset="0"/>
              </a:rPr>
              <a:t>Spiritualitas</a:t>
            </a:r>
            <a:endParaRPr lang="en-US" sz="1400" i="1" dirty="0" smtClean="0">
              <a:solidFill>
                <a:schemeClr val="bg1"/>
              </a:solidFill>
              <a:latin typeface="Franklin Gothic Demi Cond" pitchFamily="34" charset="0"/>
            </a:endParaRPr>
          </a:p>
          <a:p>
            <a:pPr marL="171450" indent="-171450" algn="just">
              <a:spcBef>
                <a:spcPts val="600"/>
              </a:spcBef>
              <a:buFont typeface="Wingdings" pitchFamily="2" charset="2"/>
              <a:buChar char="§"/>
            </a:pPr>
            <a:r>
              <a:rPr lang="en-US" sz="1400" i="1" dirty="0" err="1">
                <a:solidFill>
                  <a:schemeClr val="bg1"/>
                </a:solidFill>
                <a:latin typeface="Franklin Gothic Demi Cond" pitchFamily="34" charset="0"/>
              </a:rPr>
              <a:t>Kedua</a:t>
            </a:r>
            <a:r>
              <a:rPr lang="en-US" sz="1400" dirty="0">
                <a:solidFill>
                  <a:schemeClr val="bg1"/>
                </a:solidFill>
                <a:latin typeface="Franklin Gothic Demi Cond" pitchFamily="34" charset="0"/>
              </a:rPr>
              <a:t>, </a:t>
            </a:r>
            <a:r>
              <a:rPr lang="en-US" sz="1400" dirty="0" err="1">
                <a:solidFill>
                  <a:srgbClr val="FFFF00"/>
                </a:solidFill>
                <a:latin typeface="Franklin Gothic Demi Cond" pitchFamily="34" charset="0"/>
              </a:rPr>
              <a:t>nilai-nilai</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kemanusiaan</a:t>
            </a:r>
            <a:r>
              <a:rPr lang="en-US" sz="1400" dirty="0">
                <a:solidFill>
                  <a:srgbClr val="FFFF00"/>
                </a:solidFill>
                <a:latin typeface="Franklin Gothic Demi Cond" pitchFamily="34" charset="0"/>
              </a:rPr>
              <a:t> universal</a:t>
            </a:r>
            <a:r>
              <a:rPr lang="en-US" sz="1400" dirty="0">
                <a:solidFill>
                  <a:schemeClr val="bg1"/>
                </a:solidFill>
                <a:latin typeface="Franklin Gothic Demi Cond" pitchFamily="34" charset="0"/>
              </a:rPr>
              <a:t> yang </a:t>
            </a:r>
            <a:r>
              <a:rPr lang="en-US" sz="1400" dirty="0" err="1">
                <a:solidFill>
                  <a:schemeClr val="bg1"/>
                </a:solidFill>
                <a:latin typeface="Franklin Gothic Demi Cond" pitchFamily="34" charset="0"/>
              </a:rPr>
              <a:t>bersumber</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dari</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hukum</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Tuhan</a:t>
            </a:r>
            <a:r>
              <a:rPr lang="en-US" sz="1400" dirty="0" smtClean="0">
                <a:solidFill>
                  <a:schemeClr val="bg1"/>
                </a:solidFill>
                <a:latin typeface="Franklin Gothic Demi Cond" pitchFamily="34" charset="0"/>
              </a:rPr>
              <a:t>, </a:t>
            </a:r>
            <a:r>
              <a:rPr lang="en-US" sz="1400" dirty="0" err="1" smtClean="0">
                <a:solidFill>
                  <a:schemeClr val="bg1"/>
                </a:solidFill>
                <a:latin typeface="Franklin Gothic Demi Cond" pitchFamily="34" charset="0"/>
              </a:rPr>
              <a:t>hukum</a:t>
            </a:r>
            <a:r>
              <a:rPr lang="en-US" sz="1400" dirty="0" smtClean="0">
                <a:solidFill>
                  <a:schemeClr val="bg1"/>
                </a:solidFill>
                <a:latin typeface="Franklin Gothic Demi Cond" pitchFamily="34" charset="0"/>
              </a:rPr>
              <a:t> </a:t>
            </a:r>
            <a:r>
              <a:rPr lang="en-US" sz="1400" dirty="0" err="1">
                <a:solidFill>
                  <a:schemeClr val="bg1"/>
                </a:solidFill>
                <a:latin typeface="Franklin Gothic Demi Cond" pitchFamily="34" charset="0"/>
              </a:rPr>
              <a:t>alam</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dan</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sifat-sifat</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sosial</a:t>
            </a:r>
            <a:r>
              <a:rPr lang="en-US" sz="1400" dirty="0">
                <a:solidFill>
                  <a:schemeClr val="bg1"/>
                </a:solidFill>
                <a:latin typeface="Franklin Gothic Demi Cond" pitchFamily="34" charset="0"/>
              </a:rPr>
              <a:t> </a:t>
            </a:r>
            <a:endParaRPr lang="en-US" sz="1400" dirty="0" smtClean="0">
              <a:solidFill>
                <a:schemeClr val="bg1"/>
              </a:solidFill>
              <a:latin typeface="Franklin Gothic Demi Cond" pitchFamily="34" charset="0"/>
            </a:endParaRPr>
          </a:p>
          <a:p>
            <a:pPr marL="171450" indent="-171450" algn="just">
              <a:spcBef>
                <a:spcPts val="600"/>
              </a:spcBef>
              <a:buFont typeface="Wingdings" pitchFamily="2" charset="2"/>
              <a:buChar char="§"/>
            </a:pPr>
            <a:r>
              <a:rPr lang="en-US" sz="1400" i="1" dirty="0" err="1">
                <a:solidFill>
                  <a:schemeClr val="bg1"/>
                </a:solidFill>
                <a:latin typeface="Franklin Gothic Demi Cond" pitchFamily="34" charset="0"/>
              </a:rPr>
              <a:t>Ketiga</a:t>
            </a:r>
            <a:r>
              <a:rPr lang="en-US" sz="1400" dirty="0">
                <a:solidFill>
                  <a:schemeClr val="bg1"/>
                </a:solidFill>
                <a:latin typeface="Franklin Gothic Demi Cond" pitchFamily="34" charset="0"/>
              </a:rPr>
              <a:t>, </a:t>
            </a:r>
            <a:r>
              <a:rPr lang="en-US" sz="1400" dirty="0" err="1">
                <a:solidFill>
                  <a:srgbClr val="FFFF00"/>
                </a:solidFill>
                <a:latin typeface="Franklin Gothic Demi Cond" pitchFamily="34" charset="0"/>
              </a:rPr>
              <a:t>nilai-nilai</a:t>
            </a:r>
            <a:r>
              <a:rPr lang="en-US" sz="1400" dirty="0">
                <a:solidFill>
                  <a:srgbClr val="FFFF00"/>
                </a:solidFill>
                <a:latin typeface="Franklin Gothic Demi Cond" pitchFamily="34" charset="0"/>
              </a:rPr>
              <a:t> </a:t>
            </a:r>
            <a:r>
              <a:rPr lang="en-US" sz="1400" dirty="0" smtClean="0">
                <a:solidFill>
                  <a:srgbClr val="FFFF00"/>
                </a:solidFill>
                <a:latin typeface="Franklin Gothic Demi Cond" pitchFamily="34" charset="0"/>
              </a:rPr>
              <a:t>RELIGIUS </a:t>
            </a:r>
            <a:r>
              <a:rPr lang="en-US" sz="1400" dirty="0" err="1" smtClean="0">
                <a:solidFill>
                  <a:srgbClr val="FFFF00"/>
                </a:solidFill>
                <a:latin typeface="Franklin Gothic Demi Cond" pitchFamily="34" charset="0"/>
              </a:rPr>
              <a:t>etika</a:t>
            </a:r>
            <a:r>
              <a:rPr lang="en-US" sz="1400" dirty="0" smtClean="0">
                <a:solidFill>
                  <a:srgbClr val="FFFF00"/>
                </a:solidFill>
                <a:latin typeface="Franklin Gothic Demi Cond" pitchFamily="34" charset="0"/>
              </a:rPr>
              <a:t> </a:t>
            </a:r>
            <a:r>
              <a:rPr lang="en-US" sz="1400" dirty="0" err="1">
                <a:solidFill>
                  <a:srgbClr val="FFFF00"/>
                </a:solidFill>
                <a:latin typeface="Franklin Gothic Demi Cond" pitchFamily="34" charset="0"/>
              </a:rPr>
              <a:t>kemanusiaan</a:t>
            </a:r>
            <a:r>
              <a:rPr lang="en-US" sz="1400" dirty="0">
                <a:solidFill>
                  <a:srgbClr val="FFFF00"/>
                </a:solidFill>
                <a:latin typeface="Franklin Gothic Demi Cond" pitchFamily="34" charset="0"/>
              </a:rPr>
              <a:t> </a:t>
            </a:r>
            <a:r>
              <a:rPr lang="en-US" sz="1400" dirty="0" err="1">
                <a:solidFill>
                  <a:schemeClr val="bg1"/>
                </a:solidFill>
                <a:latin typeface="Franklin Gothic Demi Cond" pitchFamily="34" charset="0"/>
              </a:rPr>
              <a:t>harus</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mengakar</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kuat</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dalam</a:t>
            </a:r>
            <a:r>
              <a:rPr lang="en-US" sz="1400" dirty="0">
                <a:solidFill>
                  <a:schemeClr val="bg1"/>
                </a:solidFill>
                <a:latin typeface="Franklin Gothic Demi Cond" pitchFamily="34" charset="0"/>
              </a:rPr>
              <a:t> </a:t>
            </a:r>
            <a:r>
              <a:rPr lang="en-US" sz="1400" dirty="0" err="1" smtClean="0">
                <a:solidFill>
                  <a:schemeClr val="bg1"/>
                </a:solidFill>
                <a:latin typeface="Franklin Gothic Demi Cond" pitchFamily="34" charset="0"/>
              </a:rPr>
              <a:t>lingkungan</a:t>
            </a:r>
            <a:r>
              <a:rPr lang="en-US" sz="1400" dirty="0" smtClean="0">
                <a:solidFill>
                  <a:schemeClr val="bg1"/>
                </a:solidFill>
                <a:latin typeface="Franklin Gothic Demi Cond" pitchFamily="34" charset="0"/>
              </a:rPr>
              <a:t> </a:t>
            </a:r>
            <a:r>
              <a:rPr lang="en-US" sz="1400" dirty="0" err="1" smtClean="0">
                <a:solidFill>
                  <a:schemeClr val="bg1"/>
                </a:solidFill>
                <a:latin typeface="Franklin Gothic Demi Cond" pitchFamily="34" charset="0"/>
              </a:rPr>
              <a:t>pergaulan</a:t>
            </a:r>
            <a:r>
              <a:rPr lang="en-US" sz="1400" dirty="0" smtClean="0">
                <a:solidFill>
                  <a:schemeClr val="bg1"/>
                </a:solidFill>
                <a:latin typeface="Franklin Gothic Demi Cond" pitchFamily="34" charset="0"/>
              </a:rPr>
              <a:t> </a:t>
            </a:r>
            <a:r>
              <a:rPr lang="en-US" sz="1400" dirty="0" err="1">
                <a:solidFill>
                  <a:schemeClr val="bg1"/>
                </a:solidFill>
                <a:latin typeface="Franklin Gothic Demi Cond" pitchFamily="34" charset="0"/>
              </a:rPr>
              <a:t>kebangsaan</a:t>
            </a:r>
            <a:r>
              <a:rPr lang="en-US" sz="1400" dirty="0">
                <a:solidFill>
                  <a:schemeClr val="bg1"/>
                </a:solidFill>
                <a:latin typeface="Franklin Gothic Demi Cond" pitchFamily="34" charset="0"/>
              </a:rPr>
              <a:t> yang </a:t>
            </a:r>
            <a:r>
              <a:rPr lang="en-US" sz="1400" dirty="0" err="1">
                <a:solidFill>
                  <a:schemeClr val="bg1"/>
                </a:solidFill>
                <a:latin typeface="Franklin Gothic Demi Cond" pitchFamily="34" charset="0"/>
              </a:rPr>
              <a:t>lebih</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dekat</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sebelum</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menjangkau</a:t>
            </a:r>
            <a:r>
              <a:rPr lang="en-US" sz="1400" dirty="0">
                <a:solidFill>
                  <a:schemeClr val="bg1"/>
                </a:solidFill>
                <a:latin typeface="Franklin Gothic Demi Cond" pitchFamily="34" charset="0"/>
              </a:rPr>
              <a:t> </a:t>
            </a:r>
            <a:r>
              <a:rPr lang="en-US" sz="1400" dirty="0" err="1" smtClean="0">
                <a:solidFill>
                  <a:schemeClr val="bg1"/>
                </a:solidFill>
                <a:latin typeface="Franklin Gothic Demi Cond" pitchFamily="34" charset="0"/>
              </a:rPr>
              <a:t>pergaulan</a:t>
            </a:r>
            <a:r>
              <a:rPr lang="en-US" sz="1400" dirty="0" smtClean="0">
                <a:solidFill>
                  <a:schemeClr val="bg1"/>
                </a:solidFill>
                <a:latin typeface="Franklin Gothic Demi Cond" pitchFamily="34" charset="0"/>
              </a:rPr>
              <a:t> </a:t>
            </a:r>
            <a:r>
              <a:rPr lang="en-US" sz="1400" dirty="0" err="1" smtClean="0">
                <a:solidFill>
                  <a:schemeClr val="bg1"/>
                </a:solidFill>
                <a:latin typeface="Franklin Gothic Demi Cond" pitchFamily="34" charset="0"/>
              </a:rPr>
              <a:t>dunia</a:t>
            </a:r>
            <a:r>
              <a:rPr lang="en-US" sz="1400" dirty="0" smtClean="0">
                <a:solidFill>
                  <a:schemeClr val="bg1"/>
                </a:solidFill>
                <a:latin typeface="Franklin Gothic Demi Cond" pitchFamily="34" charset="0"/>
              </a:rPr>
              <a:t> </a:t>
            </a:r>
            <a:r>
              <a:rPr lang="en-US" sz="1400" dirty="0">
                <a:solidFill>
                  <a:schemeClr val="bg1"/>
                </a:solidFill>
                <a:latin typeface="Franklin Gothic Demi Cond" pitchFamily="34" charset="0"/>
              </a:rPr>
              <a:t>yang </a:t>
            </a:r>
            <a:r>
              <a:rPr lang="en-US" sz="1400" dirty="0" err="1">
                <a:solidFill>
                  <a:schemeClr val="bg1"/>
                </a:solidFill>
                <a:latin typeface="Franklin Gothic Demi Cond" pitchFamily="34" charset="0"/>
              </a:rPr>
              <a:t>lebih</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jauh</a:t>
            </a:r>
            <a:r>
              <a:rPr lang="en-US" sz="1400" dirty="0">
                <a:solidFill>
                  <a:schemeClr val="bg1"/>
                </a:solidFill>
                <a:latin typeface="Franklin Gothic Demi Cond" pitchFamily="34" charset="0"/>
              </a:rPr>
              <a:t>.</a:t>
            </a:r>
          </a:p>
          <a:p>
            <a:pPr marL="171450" indent="-171450" algn="just">
              <a:spcBef>
                <a:spcPts val="600"/>
              </a:spcBef>
              <a:buFont typeface="Wingdings" pitchFamily="2" charset="2"/>
              <a:buChar char="§"/>
            </a:pPr>
            <a:r>
              <a:rPr lang="fi-FI" sz="1400" i="1" dirty="0" smtClean="0">
                <a:solidFill>
                  <a:schemeClr val="bg1"/>
                </a:solidFill>
                <a:latin typeface="Franklin Gothic Demi Cond" pitchFamily="34" charset="0"/>
              </a:rPr>
              <a:t>Keempat</a:t>
            </a:r>
            <a:r>
              <a:rPr lang="fi-FI" sz="1400" dirty="0">
                <a:solidFill>
                  <a:schemeClr val="bg1"/>
                </a:solidFill>
                <a:latin typeface="Franklin Gothic Demi Cond" pitchFamily="34" charset="0"/>
              </a:rPr>
              <a:t>, </a:t>
            </a:r>
            <a:r>
              <a:rPr lang="fi-FI" sz="1400" dirty="0">
                <a:solidFill>
                  <a:srgbClr val="FFFF00"/>
                </a:solidFill>
                <a:latin typeface="Franklin Gothic Demi Cond" pitchFamily="34" charset="0"/>
              </a:rPr>
              <a:t>nilai ketuhanan, nilai kemanusiaan, dan nilai serta </a:t>
            </a:r>
            <a:r>
              <a:rPr lang="fi-FI" sz="1400" dirty="0" smtClean="0">
                <a:solidFill>
                  <a:srgbClr val="FFFF00"/>
                </a:solidFill>
                <a:latin typeface="Franklin Gothic Demi Cond" pitchFamily="34" charset="0"/>
              </a:rPr>
              <a:t>cita-cita </a:t>
            </a:r>
            <a:r>
              <a:rPr lang="en-US" sz="1400" dirty="0" err="1" smtClean="0">
                <a:solidFill>
                  <a:srgbClr val="FFFF00"/>
                </a:solidFill>
                <a:latin typeface="Franklin Gothic Demi Cond" pitchFamily="34" charset="0"/>
              </a:rPr>
              <a:t>kebangsaan</a:t>
            </a:r>
            <a:r>
              <a:rPr lang="en-US" sz="1400" dirty="0" smtClean="0">
                <a:solidFill>
                  <a:srgbClr val="FFFF00"/>
                </a:solidFill>
                <a:latin typeface="Franklin Gothic Demi Cond" pitchFamily="34" charset="0"/>
              </a:rPr>
              <a:t> </a:t>
            </a:r>
            <a:r>
              <a:rPr lang="en-US" sz="1400" dirty="0" err="1">
                <a:solidFill>
                  <a:srgbClr val="FFFF00"/>
                </a:solidFill>
                <a:latin typeface="Franklin Gothic Demi Cond" pitchFamily="34" charset="0"/>
              </a:rPr>
              <a:t>itu</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dalam</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aktualisasinya</a:t>
            </a:r>
            <a:r>
              <a:rPr lang="en-US" sz="1400" dirty="0">
                <a:solidFill>
                  <a:srgbClr val="FFFF00"/>
                </a:solidFill>
                <a:latin typeface="Franklin Gothic Demi Cond" pitchFamily="34" charset="0"/>
              </a:rPr>
              <a:t> </a:t>
            </a:r>
            <a:r>
              <a:rPr lang="en-US" sz="1400" dirty="0" err="1">
                <a:solidFill>
                  <a:schemeClr val="bg1"/>
                </a:solidFill>
                <a:latin typeface="Franklin Gothic Demi Cond" pitchFamily="34" charset="0"/>
              </a:rPr>
              <a:t>harus</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menjunjung</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tinggi</a:t>
            </a:r>
            <a:r>
              <a:rPr lang="en-US" sz="1400" dirty="0">
                <a:solidFill>
                  <a:schemeClr val="bg1"/>
                </a:solidFill>
                <a:latin typeface="Franklin Gothic Demi Cond" pitchFamily="34" charset="0"/>
              </a:rPr>
              <a:t> </a:t>
            </a:r>
            <a:r>
              <a:rPr lang="en-US" sz="1400" dirty="0" err="1" smtClean="0">
                <a:solidFill>
                  <a:schemeClr val="bg1"/>
                </a:solidFill>
                <a:latin typeface="Franklin Gothic Demi Cond" pitchFamily="34" charset="0"/>
              </a:rPr>
              <a:t>edaulatan</a:t>
            </a:r>
            <a:r>
              <a:rPr lang="en-US" sz="1400" dirty="0" smtClean="0">
                <a:solidFill>
                  <a:schemeClr val="bg1"/>
                </a:solidFill>
                <a:latin typeface="Franklin Gothic Demi Cond" pitchFamily="34" charset="0"/>
              </a:rPr>
              <a:t> </a:t>
            </a:r>
            <a:r>
              <a:rPr lang="fi-FI" sz="1400" dirty="0" smtClean="0">
                <a:solidFill>
                  <a:schemeClr val="bg1"/>
                </a:solidFill>
                <a:latin typeface="Franklin Gothic Demi Cond" pitchFamily="34" charset="0"/>
              </a:rPr>
              <a:t>rakyat </a:t>
            </a:r>
            <a:r>
              <a:rPr lang="fi-FI" sz="1400" dirty="0">
                <a:solidFill>
                  <a:schemeClr val="bg1"/>
                </a:solidFill>
                <a:latin typeface="Franklin Gothic Demi Cond" pitchFamily="34" charset="0"/>
              </a:rPr>
              <a:t>yang dipimpin oleh hikmat </a:t>
            </a:r>
            <a:r>
              <a:rPr lang="fi-FI" sz="1400" dirty="0" smtClean="0">
                <a:solidFill>
                  <a:schemeClr val="bg1"/>
                </a:solidFill>
                <a:latin typeface="Franklin Gothic Demi Cond" pitchFamily="34" charset="0"/>
              </a:rPr>
              <a:t>kebijaksanaan</a:t>
            </a:r>
          </a:p>
          <a:p>
            <a:pPr marL="171450" indent="-171450" algn="just">
              <a:spcBef>
                <a:spcPts val="600"/>
              </a:spcBef>
              <a:buFont typeface="Wingdings" pitchFamily="2" charset="2"/>
              <a:buChar char="§"/>
            </a:pPr>
            <a:r>
              <a:rPr lang="fi-FI" sz="1400" i="1" dirty="0">
                <a:solidFill>
                  <a:schemeClr val="bg1"/>
                </a:solidFill>
                <a:latin typeface="Franklin Gothic Demi Cond" pitchFamily="34" charset="0"/>
              </a:rPr>
              <a:t>Kelima</a:t>
            </a:r>
            <a:r>
              <a:rPr lang="fi-FI" sz="1400" dirty="0">
                <a:solidFill>
                  <a:schemeClr val="bg1"/>
                </a:solidFill>
                <a:latin typeface="Franklin Gothic Demi Cond" pitchFamily="34" charset="0"/>
              </a:rPr>
              <a:t>, </a:t>
            </a:r>
            <a:r>
              <a:rPr lang="fi-FI" sz="1400" dirty="0">
                <a:solidFill>
                  <a:srgbClr val="FFFF00"/>
                </a:solidFill>
                <a:latin typeface="Franklin Gothic Demi Cond" pitchFamily="34" charset="0"/>
              </a:rPr>
              <a:t>nilai ketuhanan, nilai kemanusiaan, nilai dan cita kebangsaan </a:t>
            </a:r>
            <a:r>
              <a:rPr lang="fi-FI" sz="1400" dirty="0" smtClean="0">
                <a:solidFill>
                  <a:srgbClr val="FFFF00"/>
                </a:solidFill>
                <a:latin typeface="Franklin Gothic Demi Cond" pitchFamily="34" charset="0"/>
              </a:rPr>
              <a:t>serta </a:t>
            </a:r>
            <a:r>
              <a:rPr lang="en-US" sz="1400" dirty="0" err="1" smtClean="0">
                <a:solidFill>
                  <a:srgbClr val="FFFF00"/>
                </a:solidFill>
                <a:latin typeface="Franklin Gothic Demi Cond" pitchFamily="34" charset="0"/>
              </a:rPr>
              <a:t>demokrasi</a:t>
            </a:r>
            <a:r>
              <a:rPr lang="en-US" sz="1400" dirty="0" smtClean="0">
                <a:solidFill>
                  <a:srgbClr val="FFFF00"/>
                </a:solidFill>
                <a:latin typeface="Franklin Gothic Demi Cond" pitchFamily="34" charset="0"/>
              </a:rPr>
              <a:t> </a:t>
            </a:r>
            <a:r>
              <a:rPr lang="en-US" sz="1400" dirty="0" err="1">
                <a:solidFill>
                  <a:srgbClr val="FFFF00"/>
                </a:solidFill>
                <a:latin typeface="Franklin Gothic Demi Cond" pitchFamily="34" charset="0"/>
              </a:rPr>
              <a:t>permusyawaratan</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itu</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memperoleh</a:t>
            </a:r>
            <a:r>
              <a:rPr lang="en-US" sz="1400" dirty="0">
                <a:solidFill>
                  <a:srgbClr val="FFFF00"/>
                </a:solidFill>
                <a:latin typeface="Franklin Gothic Demi Cond" pitchFamily="34" charset="0"/>
              </a:rPr>
              <a:t> </a:t>
            </a:r>
            <a:r>
              <a:rPr lang="en-US" sz="1400" dirty="0" err="1">
                <a:solidFill>
                  <a:srgbClr val="FFFF00"/>
                </a:solidFill>
                <a:latin typeface="Franklin Gothic Demi Cond" pitchFamily="34" charset="0"/>
              </a:rPr>
              <a:t>artinya</a:t>
            </a:r>
            <a:r>
              <a:rPr lang="en-US" sz="1400" dirty="0">
                <a:solidFill>
                  <a:srgbClr val="FFFF00"/>
                </a:solidFill>
                <a:latin typeface="Franklin Gothic Demi Cond" pitchFamily="34" charset="0"/>
              </a:rPr>
              <a:t> </a:t>
            </a:r>
            <a:r>
              <a:rPr lang="en-US" sz="1400" dirty="0" err="1">
                <a:solidFill>
                  <a:schemeClr val="bg1"/>
                </a:solidFill>
                <a:latin typeface="Franklin Gothic Demi Cond" pitchFamily="34" charset="0"/>
              </a:rPr>
              <a:t>sejauh</a:t>
            </a:r>
            <a:r>
              <a:rPr lang="en-US" sz="1400" dirty="0">
                <a:solidFill>
                  <a:schemeClr val="bg1"/>
                </a:solidFill>
                <a:latin typeface="Franklin Gothic Demi Cond" pitchFamily="34" charset="0"/>
              </a:rPr>
              <a:t> </a:t>
            </a:r>
            <a:r>
              <a:rPr lang="en-US" sz="1400" dirty="0" err="1" smtClean="0">
                <a:solidFill>
                  <a:schemeClr val="bg1"/>
                </a:solidFill>
                <a:latin typeface="Franklin Gothic Demi Cond" pitchFamily="34" charset="0"/>
              </a:rPr>
              <a:t>dalam</a:t>
            </a:r>
            <a:r>
              <a:rPr lang="en-US" sz="1400" dirty="0" smtClean="0">
                <a:solidFill>
                  <a:schemeClr val="bg1"/>
                </a:solidFill>
                <a:latin typeface="Franklin Gothic Demi Cond" pitchFamily="34" charset="0"/>
              </a:rPr>
              <a:t> </a:t>
            </a:r>
            <a:r>
              <a:rPr lang="en-US" sz="1400" dirty="0" err="1" smtClean="0">
                <a:solidFill>
                  <a:schemeClr val="bg1"/>
                </a:solidFill>
                <a:latin typeface="Franklin Gothic Demi Cond" pitchFamily="34" charset="0"/>
              </a:rPr>
              <a:t>mewujudkan</a:t>
            </a:r>
            <a:r>
              <a:rPr lang="en-US" sz="1400" dirty="0" smtClean="0">
                <a:solidFill>
                  <a:schemeClr val="bg1"/>
                </a:solidFill>
                <a:latin typeface="Franklin Gothic Demi Cond" pitchFamily="34" charset="0"/>
              </a:rPr>
              <a:t> </a:t>
            </a:r>
            <a:r>
              <a:rPr lang="en-US" sz="1400" dirty="0" err="1">
                <a:solidFill>
                  <a:schemeClr val="bg1"/>
                </a:solidFill>
                <a:latin typeface="Franklin Gothic Demi Cond" pitchFamily="34" charset="0"/>
              </a:rPr>
              <a:t>keadilan</a:t>
            </a:r>
            <a:r>
              <a:rPr lang="en-US" sz="1400" dirty="0">
                <a:solidFill>
                  <a:schemeClr val="bg1"/>
                </a:solidFill>
                <a:latin typeface="Franklin Gothic Demi Cond" pitchFamily="34" charset="0"/>
              </a:rPr>
              <a:t> </a:t>
            </a:r>
            <a:r>
              <a:rPr lang="en-US" sz="1400" dirty="0" err="1">
                <a:solidFill>
                  <a:schemeClr val="bg1"/>
                </a:solidFill>
                <a:latin typeface="Franklin Gothic Demi Cond" pitchFamily="34" charset="0"/>
              </a:rPr>
              <a:t>sosial</a:t>
            </a:r>
            <a:endParaRPr lang="en-US" sz="1400" dirty="0" smtClean="0">
              <a:solidFill>
                <a:schemeClr val="bg1"/>
              </a:solidFill>
              <a:latin typeface="Franklin Gothic Demi Cond" pitchFamily="34" charset="0"/>
            </a:endParaRPr>
          </a:p>
          <a:p>
            <a:pPr marL="171450" indent="-171450" algn="just">
              <a:spcBef>
                <a:spcPts val="600"/>
              </a:spcBef>
              <a:buFont typeface="Wingdings" pitchFamily="2" charset="2"/>
              <a:buChar char="§"/>
            </a:pPr>
            <a:endParaRPr lang="en-US" sz="1400" dirty="0">
              <a:solidFill>
                <a:schemeClr val="bg1"/>
              </a:solidFill>
              <a:latin typeface="Franklin Gothic Demi Cond" pitchFamily="34" charset="0"/>
            </a:endParaRPr>
          </a:p>
        </p:txBody>
      </p:sp>
      <p:pic>
        <p:nvPicPr>
          <p:cNvPr id="14" name="Picture 37" descr="garuda"/>
          <p:cNvPicPr>
            <a:picLocks noChangeAspect="1" noChangeArrowheads="1"/>
          </p:cNvPicPr>
          <p:nvPr/>
        </p:nvPicPr>
        <p:blipFill>
          <a:blip r:embed="rId2"/>
          <a:srcRect/>
          <a:stretch>
            <a:fillRect/>
          </a:stretch>
        </p:blipFill>
        <p:spPr bwMode="auto">
          <a:xfrm>
            <a:off x="-270" y="119179"/>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33925958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p:cNvSpPr/>
          <p:nvPr/>
        </p:nvSpPr>
        <p:spPr>
          <a:xfrm>
            <a:off x="373832" y="1340768"/>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YURIDIS PANCASILA SBG DASAR NEGARA</a:t>
            </a:r>
            <a:endParaRPr lang="id-ID" dirty="0">
              <a:solidFill>
                <a:srgbClr val="005426"/>
              </a:solidFill>
            </a:endParaRPr>
          </a:p>
        </p:txBody>
      </p:sp>
      <p:sp>
        <p:nvSpPr>
          <p:cNvPr id="15" name="Rounded Rectangle 14"/>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14</a:t>
            </a:r>
            <a:endParaRPr lang="id-ID" dirty="0">
              <a:solidFill>
                <a:srgbClr val="FFC000"/>
              </a:solidFill>
              <a:latin typeface="Franklin Gothic Demi Cond" pitchFamily="34" charset="0"/>
            </a:endParaRPr>
          </a:p>
        </p:txBody>
      </p:sp>
      <p:sp>
        <p:nvSpPr>
          <p:cNvPr id="7" name="Rounded Rectangle 6"/>
          <p:cNvSpPr/>
          <p:nvPr/>
        </p:nvSpPr>
        <p:spPr>
          <a:xfrm>
            <a:off x="830542" y="184872"/>
            <a:ext cx="8061938" cy="846160"/>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smtClean="0">
                <a:solidFill>
                  <a:schemeClr val="bg1"/>
                </a:solidFill>
                <a:latin typeface="Franklin Gothic Demi Cond" pitchFamily="34" charset="0"/>
              </a:rPr>
              <a:t>SUMBER YURIDIS, HISTORIS, SOSIOLOGIS, POLITIS </a:t>
            </a:r>
            <a:r>
              <a:rPr lang="id-ID" sz="2800" dirty="0" smtClean="0">
                <a:solidFill>
                  <a:schemeClr val="bg1"/>
                </a:solidFill>
                <a:latin typeface="Franklin Gothic Demi Cond" pitchFamily="34" charset="0"/>
              </a:rPr>
              <a:t>PANCASILA </a:t>
            </a:r>
            <a:r>
              <a:rPr lang="en-US" sz="2800" dirty="0" smtClean="0">
                <a:solidFill>
                  <a:schemeClr val="bg1"/>
                </a:solidFill>
                <a:latin typeface="Franklin Gothic Demi Cond" pitchFamily="34" charset="0"/>
              </a:rPr>
              <a:t> SEBAGAI DASAR NEGARA</a:t>
            </a:r>
            <a:endParaRPr lang="id-ID" sz="2800" dirty="0">
              <a:solidFill>
                <a:srgbClr val="3E1B59"/>
              </a:solidFill>
              <a:latin typeface="Bernard MT Condensed" pitchFamily="18" charset="0"/>
            </a:endParaRPr>
          </a:p>
        </p:txBody>
      </p:sp>
      <p:sp>
        <p:nvSpPr>
          <p:cNvPr id="2" name="Rounded Rectangle 1"/>
          <p:cNvSpPr/>
          <p:nvPr/>
        </p:nvSpPr>
        <p:spPr>
          <a:xfrm>
            <a:off x="467544" y="116632"/>
            <a:ext cx="914400" cy="914400"/>
          </a:xfrm>
          <a:prstGeom prst="roundRect">
            <a:avLst/>
          </a:prstGeom>
          <a:solidFill>
            <a:srgbClr val="7030A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lumMod val="95000"/>
                  </a:schemeClr>
                </a:solidFill>
                <a:latin typeface="Bernard MT Condensed" pitchFamily="18" charset="0"/>
              </a:rPr>
              <a:t>C</a:t>
            </a:r>
            <a:endParaRPr lang="id-ID" sz="3600" dirty="0">
              <a:solidFill>
                <a:schemeClr val="bg1">
                  <a:lumMod val="95000"/>
                </a:schemeClr>
              </a:solidFill>
              <a:latin typeface="Bernard MT Condensed" pitchFamily="18" charset="0"/>
            </a:endParaRPr>
          </a:p>
        </p:txBody>
      </p:sp>
      <p:sp>
        <p:nvSpPr>
          <p:cNvPr id="19" name="Rounded Rectangle 18"/>
          <p:cNvSpPr/>
          <p:nvPr/>
        </p:nvSpPr>
        <p:spPr>
          <a:xfrm>
            <a:off x="373764" y="2420888"/>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HISTORIS PANCASILA SBG DASAR NEGARA</a:t>
            </a:r>
            <a:endParaRPr lang="id-ID" dirty="0">
              <a:solidFill>
                <a:srgbClr val="005426"/>
              </a:solidFill>
            </a:endParaRPr>
          </a:p>
        </p:txBody>
      </p:sp>
      <p:sp>
        <p:nvSpPr>
          <p:cNvPr id="27" name="Rounded Rectangle 26"/>
          <p:cNvSpPr/>
          <p:nvPr/>
        </p:nvSpPr>
        <p:spPr>
          <a:xfrm>
            <a:off x="373832" y="3501008"/>
            <a:ext cx="2253952" cy="972108"/>
          </a:xfrm>
          <a:prstGeom prst="roundRect">
            <a:avLst>
              <a:gd name="adj" fmla="val 7915"/>
            </a:avLst>
          </a:prstGeom>
          <a:solidFill>
            <a:srgbClr val="FFC000"/>
          </a:solidFill>
          <a:ln>
            <a:solidFill>
              <a:srgbClr val="0054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5426"/>
                </a:solidFill>
                <a:latin typeface="Franklin Gothic Demi Cond" pitchFamily="34" charset="0"/>
              </a:rPr>
              <a:t>SUMBER </a:t>
            </a:r>
            <a:r>
              <a:rPr lang="en-US" dirty="0" smtClean="0">
                <a:solidFill>
                  <a:srgbClr val="005426"/>
                </a:solidFill>
                <a:latin typeface="Franklin Gothic Demi Cond" pitchFamily="34" charset="0"/>
              </a:rPr>
              <a:t>SOSIOLOGIS PANCASILA SBG DASAR NEGARA</a:t>
            </a:r>
            <a:endParaRPr lang="id-ID" dirty="0">
              <a:solidFill>
                <a:srgbClr val="005426"/>
              </a:solidFill>
            </a:endParaRPr>
          </a:p>
        </p:txBody>
      </p:sp>
      <p:sp>
        <p:nvSpPr>
          <p:cNvPr id="32" name="Rounded Rectangle 31"/>
          <p:cNvSpPr/>
          <p:nvPr/>
        </p:nvSpPr>
        <p:spPr>
          <a:xfrm>
            <a:off x="1525892" y="4581128"/>
            <a:ext cx="2253952" cy="972108"/>
          </a:xfrm>
          <a:prstGeom prst="roundRect">
            <a:avLst>
              <a:gd name="adj" fmla="val 7915"/>
            </a:avLst>
          </a:prstGeom>
          <a:solidFill>
            <a:srgbClr val="005426"/>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Franklin Gothic Demi Cond" pitchFamily="34" charset="0"/>
              </a:rPr>
              <a:t>SUMBER </a:t>
            </a:r>
            <a:r>
              <a:rPr lang="en-US" dirty="0" smtClean="0">
                <a:solidFill>
                  <a:schemeClr val="bg1"/>
                </a:solidFill>
                <a:latin typeface="Franklin Gothic Demi Cond" pitchFamily="34" charset="0"/>
              </a:rPr>
              <a:t>POLITIS PANCASILA SBG DASAR NEGARA</a:t>
            </a:r>
            <a:endParaRPr lang="id-ID" dirty="0"/>
          </a:p>
        </p:txBody>
      </p:sp>
      <p:sp>
        <p:nvSpPr>
          <p:cNvPr id="33" name="Oval 32"/>
          <p:cNvSpPr/>
          <p:nvPr/>
        </p:nvSpPr>
        <p:spPr>
          <a:xfrm>
            <a:off x="179512" y="1556792"/>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1</a:t>
            </a:r>
            <a:endParaRPr lang="en-US" dirty="0">
              <a:latin typeface="Bernard MT Condensed" pitchFamily="18" charset="0"/>
            </a:endParaRPr>
          </a:p>
        </p:txBody>
      </p:sp>
      <p:sp>
        <p:nvSpPr>
          <p:cNvPr id="34" name="Oval 33"/>
          <p:cNvSpPr/>
          <p:nvPr/>
        </p:nvSpPr>
        <p:spPr>
          <a:xfrm>
            <a:off x="179512" y="2636912"/>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2</a:t>
            </a:r>
            <a:endParaRPr lang="en-US" dirty="0">
              <a:latin typeface="Bernard MT Condensed" pitchFamily="18" charset="0"/>
            </a:endParaRPr>
          </a:p>
        </p:txBody>
      </p:sp>
      <p:sp>
        <p:nvSpPr>
          <p:cNvPr id="35" name="Oval 34"/>
          <p:cNvSpPr/>
          <p:nvPr/>
        </p:nvSpPr>
        <p:spPr>
          <a:xfrm>
            <a:off x="179512" y="3789040"/>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3</a:t>
            </a:r>
            <a:endParaRPr lang="en-US" dirty="0">
              <a:latin typeface="Bernard MT Condensed" pitchFamily="18" charset="0"/>
            </a:endParaRPr>
          </a:p>
        </p:txBody>
      </p:sp>
      <p:sp>
        <p:nvSpPr>
          <p:cNvPr id="36" name="Oval 35"/>
          <p:cNvSpPr/>
          <p:nvPr/>
        </p:nvSpPr>
        <p:spPr>
          <a:xfrm>
            <a:off x="1331640" y="4869160"/>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4</a:t>
            </a:r>
            <a:endParaRPr lang="en-US" dirty="0">
              <a:latin typeface="Bernard MT Condensed" pitchFamily="18" charset="0"/>
            </a:endParaRPr>
          </a:p>
        </p:txBody>
      </p:sp>
      <p:sp>
        <p:nvSpPr>
          <p:cNvPr id="8" name="Rectangle 7"/>
          <p:cNvSpPr/>
          <p:nvPr/>
        </p:nvSpPr>
        <p:spPr>
          <a:xfrm>
            <a:off x="3851920" y="3386023"/>
            <a:ext cx="4896544" cy="2985433"/>
          </a:xfrm>
          <a:prstGeom prst="rect">
            <a:avLst/>
          </a:prstGeom>
        </p:spPr>
        <p:txBody>
          <a:bodyPr wrap="square">
            <a:spAutoFit/>
          </a:bodyPr>
          <a:lstStyle/>
          <a:p>
            <a:pPr algn="just">
              <a:spcBef>
                <a:spcPts val="600"/>
              </a:spcBef>
            </a:pPr>
            <a:r>
              <a:rPr lang="it-IT" sz="1200" dirty="0">
                <a:solidFill>
                  <a:schemeClr val="bg1"/>
                </a:solidFill>
                <a:latin typeface="Franklin Gothic Demi Cond" pitchFamily="34" charset="0"/>
              </a:rPr>
              <a:t>Pasal 1 ayat (2) dan di </a:t>
            </a:r>
            <a:r>
              <a:rPr lang="it-IT" sz="1200" dirty="0" smtClean="0">
                <a:solidFill>
                  <a:schemeClr val="bg1"/>
                </a:solidFill>
                <a:latin typeface="Franklin Gothic Demi Cond" pitchFamily="34" charset="0"/>
              </a:rPr>
              <a:t>dalam </a:t>
            </a:r>
            <a:r>
              <a:rPr lang="en-US" sz="1200" dirty="0" err="1" smtClean="0">
                <a:solidFill>
                  <a:schemeClr val="bg1"/>
                </a:solidFill>
                <a:latin typeface="Franklin Gothic Demi Cond" pitchFamily="34" charset="0"/>
              </a:rPr>
              <a:t>Pasal</a:t>
            </a:r>
            <a:r>
              <a:rPr lang="en-US" sz="1200" dirty="0" smtClean="0">
                <a:solidFill>
                  <a:schemeClr val="bg1"/>
                </a:solidFill>
                <a:latin typeface="Franklin Gothic Demi Cond" pitchFamily="34" charset="0"/>
              </a:rPr>
              <a:t> </a:t>
            </a:r>
            <a:r>
              <a:rPr lang="en-US" sz="1200" dirty="0">
                <a:solidFill>
                  <a:schemeClr val="bg1"/>
                </a:solidFill>
                <a:latin typeface="Franklin Gothic Demi Cond" pitchFamily="34" charset="0"/>
              </a:rPr>
              <a:t>36A </a:t>
            </a:r>
            <a:r>
              <a:rPr lang="en-US" sz="1200" dirty="0" err="1">
                <a:solidFill>
                  <a:schemeClr val="bg1"/>
                </a:solidFill>
                <a:latin typeface="Franklin Gothic Demi Cond" pitchFamily="34" charset="0"/>
              </a:rPr>
              <a:t>jo</a:t>
            </a:r>
            <a:r>
              <a:rPr lang="en-US" sz="1200" dirty="0">
                <a:solidFill>
                  <a:schemeClr val="bg1"/>
                </a:solidFill>
                <a:latin typeface="Franklin Gothic Demi Cond" pitchFamily="34" charset="0"/>
              </a:rPr>
              <a:t>. </a:t>
            </a:r>
            <a:r>
              <a:rPr lang="en-US" sz="1200" dirty="0" err="1">
                <a:solidFill>
                  <a:schemeClr val="bg1"/>
                </a:solidFill>
                <a:latin typeface="Franklin Gothic Demi Cond" pitchFamily="34" charset="0"/>
              </a:rPr>
              <a:t>Pasal</a:t>
            </a:r>
            <a:r>
              <a:rPr lang="en-US" sz="1200" dirty="0">
                <a:solidFill>
                  <a:schemeClr val="bg1"/>
                </a:solidFill>
                <a:latin typeface="Franklin Gothic Demi Cond" pitchFamily="34" charset="0"/>
              </a:rPr>
              <a:t> 1 </a:t>
            </a:r>
            <a:r>
              <a:rPr lang="en-US" sz="1200" dirty="0" err="1">
                <a:solidFill>
                  <a:schemeClr val="bg1"/>
                </a:solidFill>
                <a:latin typeface="Franklin Gothic Demi Cond" pitchFamily="34" charset="0"/>
              </a:rPr>
              <a:t>ayat</a:t>
            </a:r>
            <a:r>
              <a:rPr lang="en-US" sz="1200" dirty="0">
                <a:solidFill>
                  <a:schemeClr val="bg1"/>
                </a:solidFill>
                <a:latin typeface="Franklin Gothic Demi Cond" pitchFamily="34" charset="0"/>
              </a:rPr>
              <a:t> (2) UUD 1945, </a:t>
            </a:r>
            <a:r>
              <a:rPr lang="en-US" sz="1200" dirty="0" err="1">
                <a:solidFill>
                  <a:schemeClr val="bg1"/>
                </a:solidFill>
                <a:latin typeface="Franklin Gothic Demi Cond" pitchFamily="34" charset="0"/>
              </a:rPr>
              <a:t>terkandung</a:t>
            </a:r>
            <a:r>
              <a:rPr lang="en-US" sz="1200" dirty="0">
                <a:solidFill>
                  <a:schemeClr val="bg1"/>
                </a:solidFill>
                <a:latin typeface="Franklin Gothic Demi Cond" pitchFamily="34" charset="0"/>
              </a:rPr>
              <a:t> </a:t>
            </a:r>
            <a:r>
              <a:rPr lang="en-US" sz="1200" dirty="0" err="1">
                <a:solidFill>
                  <a:schemeClr val="bg1"/>
                </a:solidFill>
                <a:latin typeface="Franklin Gothic Demi Cond" pitchFamily="34" charset="0"/>
              </a:rPr>
              <a:t>makna</a:t>
            </a:r>
            <a:r>
              <a:rPr lang="en-US" sz="1200" dirty="0">
                <a:solidFill>
                  <a:schemeClr val="bg1"/>
                </a:solidFill>
                <a:latin typeface="Franklin Gothic Demi Cond" pitchFamily="34" charset="0"/>
              </a:rPr>
              <a:t> </a:t>
            </a:r>
            <a:r>
              <a:rPr lang="en-US" sz="1200" dirty="0" err="1">
                <a:solidFill>
                  <a:schemeClr val="bg1"/>
                </a:solidFill>
                <a:latin typeface="Franklin Gothic Demi Cond" pitchFamily="34" charset="0"/>
              </a:rPr>
              <a:t>bahwa</a:t>
            </a:r>
            <a:r>
              <a:rPr lang="en-US" sz="1200" dirty="0">
                <a:solidFill>
                  <a:schemeClr val="bg1"/>
                </a:solidFill>
                <a:latin typeface="Franklin Gothic Demi Cond" pitchFamily="34" charset="0"/>
              </a:rPr>
              <a:t> </a:t>
            </a:r>
            <a:r>
              <a:rPr lang="en-US" sz="1200" dirty="0" smtClean="0">
                <a:solidFill>
                  <a:schemeClr val="bg1"/>
                </a:solidFill>
                <a:latin typeface="Franklin Gothic Demi Cond" pitchFamily="34" charset="0"/>
              </a:rPr>
              <a:t>:</a:t>
            </a:r>
          </a:p>
          <a:p>
            <a:pPr algn="just">
              <a:spcBef>
                <a:spcPts val="600"/>
              </a:spcBef>
            </a:pPr>
            <a:r>
              <a:rPr lang="en-US" sz="1200" dirty="0" smtClean="0">
                <a:solidFill>
                  <a:schemeClr val="bg1"/>
                </a:solidFill>
                <a:latin typeface="Franklin Gothic Demi Cond" pitchFamily="34" charset="0"/>
              </a:rPr>
              <a:t>PANCASILA MENJELMA MENJADI ASAS DALAM SISTEM DEMOKRASI KONSTITUSIONAL, </a:t>
            </a:r>
            <a:r>
              <a:rPr lang="en-US" sz="1200" dirty="0" err="1" smtClean="0">
                <a:solidFill>
                  <a:schemeClr val="bg1"/>
                </a:solidFill>
                <a:latin typeface="Franklin Gothic Demi Cond" pitchFamily="34" charset="0"/>
              </a:rPr>
              <a:t>konsekuensinya</a:t>
            </a:r>
            <a:r>
              <a:rPr lang="en-US" sz="1200" dirty="0" smtClean="0">
                <a:solidFill>
                  <a:srgbClr val="FFFF00"/>
                </a:solidFill>
                <a:latin typeface="Franklin Gothic Demi Cond" pitchFamily="34" charset="0"/>
              </a:rPr>
              <a:t>:</a:t>
            </a:r>
          </a:p>
          <a:p>
            <a:pPr marL="171450" indent="-171450" algn="just">
              <a:spcBef>
                <a:spcPts val="600"/>
              </a:spcBef>
              <a:buFont typeface="Wingdings" pitchFamily="2" charset="2"/>
              <a:buChar char="ü"/>
            </a:pP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Pancasila</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menjadi</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landasan</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etik</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dalam</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kehidupan</a:t>
            </a:r>
            <a:r>
              <a:rPr lang="en-US" sz="1200" dirty="0">
                <a:solidFill>
                  <a:srgbClr val="FFFF00"/>
                </a:solidFill>
                <a:latin typeface="Franklin Gothic Demi Cond" pitchFamily="34" charset="0"/>
              </a:rPr>
              <a:t> </a:t>
            </a:r>
            <a:r>
              <a:rPr lang="en-US" sz="1200" dirty="0" err="1" smtClean="0">
                <a:solidFill>
                  <a:srgbClr val="FFFF00"/>
                </a:solidFill>
                <a:latin typeface="Franklin Gothic Demi Cond" pitchFamily="34" charset="0"/>
              </a:rPr>
              <a:t>politik</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bangsa</a:t>
            </a:r>
            <a:r>
              <a:rPr lang="en-US" sz="1200" dirty="0" smtClean="0">
                <a:solidFill>
                  <a:srgbClr val="FFFF00"/>
                </a:solidFill>
                <a:latin typeface="Franklin Gothic Demi Cond" pitchFamily="34" charset="0"/>
              </a:rPr>
              <a:t> </a:t>
            </a:r>
            <a:r>
              <a:rPr lang="en-US" sz="1200" dirty="0">
                <a:solidFill>
                  <a:srgbClr val="FFFF00"/>
                </a:solidFill>
                <a:latin typeface="Franklin Gothic Demi Cond" pitchFamily="34" charset="0"/>
              </a:rPr>
              <a:t>Indonesia. </a:t>
            </a:r>
            <a:endParaRPr lang="en-US" sz="1200" dirty="0" smtClean="0">
              <a:solidFill>
                <a:srgbClr val="FFFF00"/>
              </a:solidFill>
              <a:latin typeface="Franklin Gothic Demi Cond" pitchFamily="34" charset="0"/>
            </a:endParaRPr>
          </a:p>
          <a:p>
            <a:pPr marL="171450" indent="-171450" algn="just">
              <a:spcBef>
                <a:spcPts val="600"/>
              </a:spcBef>
              <a:buFont typeface="Wingdings" pitchFamily="2" charset="2"/>
              <a:buChar char="ü"/>
            </a:pPr>
            <a:r>
              <a:rPr lang="en-US" sz="1200" dirty="0" err="1" smtClean="0">
                <a:solidFill>
                  <a:srgbClr val="FFFF00"/>
                </a:solidFill>
                <a:latin typeface="Franklin Gothic Demi Cond" pitchFamily="34" charset="0"/>
              </a:rPr>
              <a:t>Selain</a:t>
            </a: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itu</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bagi</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warga</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negara</a:t>
            </a:r>
            <a:r>
              <a:rPr lang="en-US" sz="1200" dirty="0">
                <a:solidFill>
                  <a:srgbClr val="FFFF00"/>
                </a:solidFill>
                <a:latin typeface="Franklin Gothic Demi Cond" pitchFamily="34" charset="0"/>
              </a:rPr>
              <a:t> yang </a:t>
            </a:r>
            <a:r>
              <a:rPr lang="en-US" sz="1200" dirty="0" err="1">
                <a:solidFill>
                  <a:srgbClr val="FFFF00"/>
                </a:solidFill>
                <a:latin typeface="Franklin Gothic Demi Cond" pitchFamily="34" charset="0"/>
              </a:rPr>
              <a:t>berkiprah</a:t>
            </a:r>
            <a:r>
              <a:rPr lang="en-US" sz="1200" dirty="0">
                <a:solidFill>
                  <a:srgbClr val="FFFF00"/>
                </a:solidFill>
                <a:latin typeface="Franklin Gothic Demi Cond" pitchFamily="34" charset="0"/>
              </a:rPr>
              <a:t> </a:t>
            </a:r>
            <a:r>
              <a:rPr lang="en-US" sz="1200" dirty="0" err="1" smtClean="0">
                <a:solidFill>
                  <a:srgbClr val="FFFF00"/>
                </a:solidFill>
                <a:latin typeface="Franklin Gothic Demi Cond" pitchFamily="34" charset="0"/>
              </a:rPr>
              <a:t>dalam</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suprastruktur</a:t>
            </a: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politik</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sektor</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pemerintah</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yaitu</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lembaga-lembaga</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negara</a:t>
            </a:r>
            <a:r>
              <a:rPr lang="en-US" sz="1200" dirty="0">
                <a:solidFill>
                  <a:srgbClr val="FFFF00"/>
                </a:solidFill>
                <a:latin typeface="Franklin Gothic Demi Cond" pitchFamily="34" charset="0"/>
              </a:rPr>
              <a:t> </a:t>
            </a:r>
            <a:r>
              <a:rPr lang="en-US" sz="1200" dirty="0" err="1" smtClean="0">
                <a:solidFill>
                  <a:srgbClr val="FFFF00"/>
                </a:solidFill>
                <a:latin typeface="Franklin Gothic Demi Cond" pitchFamily="34" charset="0"/>
              </a:rPr>
              <a:t>dan</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lembaga-lembaga</a:t>
            </a: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pemerintahan</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baik</a:t>
            </a:r>
            <a:r>
              <a:rPr lang="en-US" sz="1200" dirty="0">
                <a:solidFill>
                  <a:srgbClr val="FFFF00"/>
                </a:solidFill>
                <a:latin typeface="Franklin Gothic Demi Cond" pitchFamily="34" charset="0"/>
              </a:rPr>
              <a:t> di </a:t>
            </a:r>
            <a:r>
              <a:rPr lang="en-US" sz="1200" dirty="0" err="1">
                <a:solidFill>
                  <a:srgbClr val="FFFF00"/>
                </a:solidFill>
                <a:latin typeface="Franklin Gothic Demi Cond" pitchFamily="34" charset="0"/>
              </a:rPr>
              <a:t>pusat</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maupun</a:t>
            </a:r>
            <a:r>
              <a:rPr lang="en-US" sz="1200" dirty="0">
                <a:solidFill>
                  <a:srgbClr val="FFFF00"/>
                </a:solidFill>
                <a:latin typeface="Franklin Gothic Demi Cond" pitchFamily="34" charset="0"/>
              </a:rPr>
              <a:t> di </a:t>
            </a:r>
            <a:r>
              <a:rPr lang="en-US" sz="1200" dirty="0" err="1">
                <a:solidFill>
                  <a:srgbClr val="FFFF00"/>
                </a:solidFill>
                <a:latin typeface="Franklin Gothic Demi Cond" pitchFamily="34" charset="0"/>
              </a:rPr>
              <a:t>daerah</a:t>
            </a:r>
            <a:r>
              <a:rPr lang="en-US" sz="1200" dirty="0">
                <a:solidFill>
                  <a:srgbClr val="FFFF00"/>
                </a:solidFill>
                <a:latin typeface="Franklin Gothic Demi Cond" pitchFamily="34" charset="0"/>
              </a:rPr>
              <a:t>, </a:t>
            </a:r>
            <a:r>
              <a:rPr lang="en-US" sz="1200" dirty="0" err="1" smtClean="0">
                <a:solidFill>
                  <a:srgbClr val="FFFF00"/>
                </a:solidFill>
                <a:latin typeface="Franklin Gothic Demi Cond" pitchFamily="34" charset="0"/>
              </a:rPr>
              <a:t>Pancasila</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merupakan</a:t>
            </a: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norma</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hukum</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dalam</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memformulasikan</a:t>
            </a:r>
            <a:r>
              <a:rPr lang="en-US" sz="1200" dirty="0">
                <a:solidFill>
                  <a:srgbClr val="FFFF00"/>
                </a:solidFill>
                <a:latin typeface="Franklin Gothic Demi Cond" pitchFamily="34" charset="0"/>
              </a:rPr>
              <a:t> </a:t>
            </a:r>
            <a:r>
              <a:rPr lang="en-US" sz="1200" dirty="0" err="1" smtClean="0">
                <a:solidFill>
                  <a:srgbClr val="FFFF00"/>
                </a:solidFill>
                <a:latin typeface="Franklin Gothic Demi Cond" pitchFamily="34" charset="0"/>
              </a:rPr>
              <a:t>dan</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mengimplementasikan</a:t>
            </a: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kebijakan</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publik</a:t>
            </a:r>
            <a:r>
              <a:rPr lang="en-US" sz="1200" dirty="0">
                <a:solidFill>
                  <a:srgbClr val="FFFF00"/>
                </a:solidFill>
                <a:latin typeface="Franklin Gothic Demi Cond" pitchFamily="34" charset="0"/>
              </a:rPr>
              <a:t> yang </a:t>
            </a:r>
            <a:r>
              <a:rPr lang="en-US" sz="1200" dirty="0" err="1">
                <a:solidFill>
                  <a:srgbClr val="FFFF00"/>
                </a:solidFill>
                <a:latin typeface="Franklin Gothic Demi Cond" pitchFamily="34" charset="0"/>
              </a:rPr>
              <a:t>menyangkut</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hajat</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hidup</a:t>
            </a:r>
            <a:r>
              <a:rPr lang="en-US" sz="1200" dirty="0">
                <a:solidFill>
                  <a:srgbClr val="FFFF00"/>
                </a:solidFill>
                <a:latin typeface="Franklin Gothic Demi Cond" pitchFamily="34" charset="0"/>
              </a:rPr>
              <a:t> </a:t>
            </a:r>
            <a:r>
              <a:rPr lang="en-US" sz="1200" dirty="0" smtClean="0">
                <a:solidFill>
                  <a:srgbClr val="FFFF00"/>
                </a:solidFill>
                <a:latin typeface="Franklin Gothic Demi Cond" pitchFamily="34" charset="0"/>
              </a:rPr>
              <a:t>orang </a:t>
            </a:r>
            <a:r>
              <a:rPr lang="en-US" sz="1200" dirty="0" err="1" smtClean="0">
                <a:solidFill>
                  <a:srgbClr val="FFFF00"/>
                </a:solidFill>
                <a:latin typeface="Franklin Gothic Demi Cond" pitchFamily="34" charset="0"/>
              </a:rPr>
              <a:t>banyak</a:t>
            </a:r>
            <a:r>
              <a:rPr lang="en-US" sz="1200" dirty="0">
                <a:solidFill>
                  <a:srgbClr val="FFFF00"/>
                </a:solidFill>
                <a:latin typeface="Franklin Gothic Demi Cond" pitchFamily="34" charset="0"/>
              </a:rPr>
              <a:t>. </a:t>
            </a:r>
            <a:endParaRPr lang="en-US" sz="1200" dirty="0" smtClean="0">
              <a:solidFill>
                <a:srgbClr val="FFFF00"/>
              </a:solidFill>
              <a:latin typeface="Franklin Gothic Demi Cond" pitchFamily="34" charset="0"/>
            </a:endParaRPr>
          </a:p>
          <a:p>
            <a:pPr marL="171450" indent="-171450" algn="just">
              <a:spcBef>
                <a:spcPts val="600"/>
              </a:spcBef>
              <a:buFont typeface="Wingdings" pitchFamily="2" charset="2"/>
              <a:buChar char="ü"/>
            </a:pPr>
            <a:r>
              <a:rPr lang="en-US" sz="1200" dirty="0" smtClean="0">
                <a:solidFill>
                  <a:srgbClr val="FFFF00"/>
                </a:solidFill>
                <a:latin typeface="Franklin Gothic Demi Cond" pitchFamily="34" charset="0"/>
              </a:rPr>
              <a:t>Di </a:t>
            </a:r>
            <a:r>
              <a:rPr lang="en-US" sz="1200" dirty="0" err="1">
                <a:solidFill>
                  <a:srgbClr val="FFFF00"/>
                </a:solidFill>
                <a:latin typeface="Franklin Gothic Demi Cond" pitchFamily="34" charset="0"/>
              </a:rPr>
              <a:t>sisi</a:t>
            </a:r>
            <a:r>
              <a:rPr lang="en-US" sz="1200" dirty="0">
                <a:solidFill>
                  <a:srgbClr val="FFFF00"/>
                </a:solidFill>
                <a:latin typeface="Franklin Gothic Demi Cond" pitchFamily="34" charset="0"/>
              </a:rPr>
              <a:t> lain, </a:t>
            </a:r>
            <a:r>
              <a:rPr lang="en-US" sz="1200" dirty="0" err="1">
                <a:solidFill>
                  <a:srgbClr val="FFFF00"/>
                </a:solidFill>
                <a:latin typeface="Franklin Gothic Demi Cond" pitchFamily="34" charset="0"/>
              </a:rPr>
              <a:t>bagi</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setiap</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warga</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negara</a:t>
            </a:r>
            <a:r>
              <a:rPr lang="en-US" sz="1200" dirty="0">
                <a:solidFill>
                  <a:srgbClr val="FFFF00"/>
                </a:solidFill>
                <a:latin typeface="Franklin Gothic Demi Cond" pitchFamily="34" charset="0"/>
              </a:rPr>
              <a:t> yang </a:t>
            </a:r>
            <a:r>
              <a:rPr lang="en-US" sz="1200" dirty="0" err="1">
                <a:solidFill>
                  <a:srgbClr val="FFFF00"/>
                </a:solidFill>
                <a:latin typeface="Franklin Gothic Demi Cond" pitchFamily="34" charset="0"/>
              </a:rPr>
              <a:t>berkiprah</a:t>
            </a:r>
            <a:r>
              <a:rPr lang="en-US" sz="1200" dirty="0">
                <a:solidFill>
                  <a:srgbClr val="FFFF00"/>
                </a:solidFill>
                <a:latin typeface="Franklin Gothic Demi Cond" pitchFamily="34" charset="0"/>
              </a:rPr>
              <a:t> </a:t>
            </a:r>
            <a:r>
              <a:rPr lang="en-US" sz="1200" dirty="0" err="1" smtClean="0">
                <a:solidFill>
                  <a:srgbClr val="FFFF00"/>
                </a:solidFill>
                <a:latin typeface="Franklin Gothic Demi Cond" pitchFamily="34" charset="0"/>
              </a:rPr>
              <a:t>dalam</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infrastruktur</a:t>
            </a: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politik</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sektor</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masyarakat</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seperti</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organisasi</a:t>
            </a:r>
            <a:r>
              <a:rPr lang="en-US" sz="1200" dirty="0">
                <a:solidFill>
                  <a:srgbClr val="FFFF00"/>
                </a:solidFill>
                <a:latin typeface="Franklin Gothic Demi Cond" pitchFamily="34" charset="0"/>
              </a:rPr>
              <a:t> </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kemasyarakatan</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partai</a:t>
            </a: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politik</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dan</a:t>
            </a:r>
            <a:r>
              <a:rPr lang="en-US" sz="1200" dirty="0">
                <a:solidFill>
                  <a:srgbClr val="FFFF00"/>
                </a:solidFill>
                <a:latin typeface="Franklin Gothic Demi Cond" pitchFamily="34" charset="0"/>
              </a:rPr>
              <a:t> media </a:t>
            </a:r>
            <a:r>
              <a:rPr lang="en-US" sz="1200" dirty="0" err="1">
                <a:solidFill>
                  <a:srgbClr val="FFFF00"/>
                </a:solidFill>
                <a:latin typeface="Franklin Gothic Demi Cond" pitchFamily="34" charset="0"/>
              </a:rPr>
              <a:t>massa</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maka</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Pancasila</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menjadi</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kaidah</a:t>
            </a:r>
            <a:r>
              <a:rPr lang="en-US" sz="1200" dirty="0">
                <a:solidFill>
                  <a:srgbClr val="FFFF00"/>
                </a:solidFill>
                <a:latin typeface="Franklin Gothic Demi Cond" pitchFamily="34" charset="0"/>
              </a:rPr>
              <a:t> </a:t>
            </a:r>
            <a:r>
              <a:rPr lang="en-US" sz="1200" dirty="0" err="1" smtClean="0">
                <a:solidFill>
                  <a:srgbClr val="FFFF00"/>
                </a:solidFill>
                <a:latin typeface="Franklin Gothic Demi Cond" pitchFamily="34" charset="0"/>
              </a:rPr>
              <a:t>penuntun</a:t>
            </a:r>
            <a:r>
              <a:rPr lang="en-US" sz="1200" dirty="0" smtClean="0">
                <a:solidFill>
                  <a:srgbClr val="FFFF00"/>
                </a:solidFill>
                <a:latin typeface="Franklin Gothic Demi Cond" pitchFamily="34" charset="0"/>
              </a:rPr>
              <a:t> </a:t>
            </a:r>
            <a:r>
              <a:rPr lang="en-US" sz="1200" dirty="0" err="1" smtClean="0">
                <a:solidFill>
                  <a:srgbClr val="FFFF00"/>
                </a:solidFill>
                <a:latin typeface="Franklin Gothic Demi Cond" pitchFamily="34" charset="0"/>
              </a:rPr>
              <a:t>dalam</a:t>
            </a:r>
            <a:r>
              <a:rPr lang="en-US" sz="1200" dirty="0" smtClean="0">
                <a:solidFill>
                  <a:srgbClr val="FFFF00"/>
                </a:solidFill>
                <a:latin typeface="Franklin Gothic Demi Cond" pitchFamily="34" charset="0"/>
              </a:rPr>
              <a:t> </a:t>
            </a:r>
            <a:r>
              <a:rPr lang="en-US" sz="1200" dirty="0" err="1">
                <a:solidFill>
                  <a:srgbClr val="FFFF00"/>
                </a:solidFill>
                <a:latin typeface="Franklin Gothic Demi Cond" pitchFamily="34" charset="0"/>
              </a:rPr>
              <a:t>setiap</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aktivitas</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sosial</a:t>
            </a:r>
            <a:r>
              <a:rPr lang="en-US" sz="1200" dirty="0">
                <a:solidFill>
                  <a:srgbClr val="FFFF00"/>
                </a:solidFill>
                <a:latin typeface="Franklin Gothic Demi Cond" pitchFamily="34" charset="0"/>
              </a:rPr>
              <a:t> </a:t>
            </a:r>
            <a:r>
              <a:rPr lang="en-US" sz="1200" dirty="0" err="1">
                <a:solidFill>
                  <a:srgbClr val="FFFF00"/>
                </a:solidFill>
                <a:latin typeface="Franklin Gothic Demi Cond" pitchFamily="34" charset="0"/>
              </a:rPr>
              <a:t>politiknya</a:t>
            </a:r>
            <a:endParaRPr lang="en-US" sz="1200" dirty="0">
              <a:solidFill>
                <a:srgbClr val="FFFF00"/>
              </a:solidFill>
              <a:latin typeface="Franklin Gothic Demi Cond" pitchFamily="34" charset="0"/>
            </a:endParaRPr>
          </a:p>
        </p:txBody>
      </p:sp>
    </p:spTree>
    <p:extLst>
      <p:ext uri="{BB962C8B-B14F-4D97-AF65-F5344CB8AC3E}">
        <p14:creationId xmlns:p14="http://schemas.microsoft.com/office/powerpoint/2010/main" val="37697137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1406606" y="184872"/>
            <a:ext cx="6333746" cy="1227904"/>
          </a:xfrm>
          <a:prstGeom prst="roundRect">
            <a:avLst/>
          </a:prstGeom>
          <a:solidFill>
            <a:srgbClr val="5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smtClean="0">
                <a:solidFill>
                  <a:schemeClr val="bg1"/>
                </a:solidFill>
                <a:latin typeface="Franklin Gothic Demi Cond" pitchFamily="34" charset="0"/>
              </a:rPr>
              <a:t>ESENSI &amp; URGENSI</a:t>
            </a:r>
            <a:r>
              <a:rPr lang="id-ID" sz="2800" dirty="0" smtClean="0">
                <a:solidFill>
                  <a:schemeClr val="bg1"/>
                </a:solidFill>
                <a:latin typeface="Franklin Gothic Demi Cond" pitchFamily="34" charset="0"/>
              </a:rPr>
              <a:t> </a:t>
            </a:r>
            <a:endParaRPr lang="en-US" sz="2800" dirty="0" smtClean="0">
              <a:solidFill>
                <a:schemeClr val="bg1"/>
              </a:solidFill>
              <a:latin typeface="Franklin Gothic Demi Cond" pitchFamily="34" charset="0"/>
            </a:endParaRPr>
          </a:p>
          <a:p>
            <a:pPr lvl="0" algn="ctr"/>
            <a:r>
              <a:rPr lang="id-ID" sz="2800" dirty="0" smtClean="0">
                <a:solidFill>
                  <a:schemeClr val="bg1"/>
                </a:solidFill>
                <a:latin typeface="Franklin Gothic Demi Cond" pitchFamily="34" charset="0"/>
              </a:rPr>
              <a:t>PANCASILA </a:t>
            </a:r>
            <a:r>
              <a:rPr lang="id-ID" sz="2800" dirty="0">
                <a:solidFill>
                  <a:schemeClr val="bg1"/>
                </a:solidFill>
                <a:latin typeface="Franklin Gothic Demi Cond" pitchFamily="34" charset="0"/>
              </a:rPr>
              <a:t>SEBAGAI DASAR NEGARA</a:t>
            </a:r>
            <a:endParaRPr lang="id-ID" sz="2800" dirty="0">
              <a:solidFill>
                <a:srgbClr val="3E1B59"/>
              </a:solidFill>
              <a:latin typeface="Bernard MT Condensed" pitchFamily="18" charset="0"/>
            </a:endParaRPr>
          </a:p>
        </p:txBody>
      </p:sp>
      <p:sp>
        <p:nvSpPr>
          <p:cNvPr id="2" name="Rounded Rectangle 1"/>
          <p:cNvSpPr/>
          <p:nvPr/>
        </p:nvSpPr>
        <p:spPr>
          <a:xfrm>
            <a:off x="1068760" y="225304"/>
            <a:ext cx="914400" cy="914400"/>
          </a:xfrm>
          <a:prstGeom prst="roundRect">
            <a:avLst/>
          </a:prstGeom>
          <a:solidFill>
            <a:srgbClr val="7030A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lumMod val="95000"/>
                  </a:schemeClr>
                </a:solidFill>
                <a:latin typeface="Bernard MT Condensed" pitchFamily="18" charset="0"/>
              </a:rPr>
              <a:t>D</a:t>
            </a:r>
            <a:endParaRPr lang="id-ID" sz="3600" dirty="0">
              <a:solidFill>
                <a:schemeClr val="bg1">
                  <a:lumMod val="95000"/>
                </a:schemeClr>
              </a:solidFill>
              <a:latin typeface="Bernard MT Condensed" pitchFamily="18" charset="0"/>
            </a:endParaRPr>
          </a:p>
        </p:txBody>
      </p:sp>
      <p:sp>
        <p:nvSpPr>
          <p:cNvPr id="19" name="Rounded Rectangle 18"/>
          <p:cNvSpPr/>
          <p:nvPr/>
        </p:nvSpPr>
        <p:spPr>
          <a:xfrm>
            <a:off x="2079442" y="1988840"/>
            <a:ext cx="2558752" cy="1296144"/>
          </a:xfrm>
          <a:prstGeom prst="roundRect">
            <a:avLst>
              <a:gd name="adj" fmla="val 11628"/>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dirty="0" smtClean="0">
                <a:solidFill>
                  <a:srgbClr val="FFC000"/>
                </a:solidFill>
                <a:latin typeface="Franklin Gothic Demi Cond" pitchFamily="34" charset="0"/>
              </a:rPr>
              <a:t>ESENSI </a:t>
            </a:r>
            <a:r>
              <a:rPr lang="id-ID" sz="2000" dirty="0" smtClean="0">
                <a:solidFill>
                  <a:srgbClr val="FFC000"/>
                </a:solidFill>
                <a:latin typeface="Franklin Gothic Demi Cond" pitchFamily="34" charset="0"/>
              </a:rPr>
              <a:t>PANCASILA </a:t>
            </a:r>
            <a:r>
              <a:rPr lang="id-ID" sz="2000" dirty="0">
                <a:solidFill>
                  <a:srgbClr val="FFC000"/>
                </a:solidFill>
                <a:latin typeface="Franklin Gothic Demi Cond" pitchFamily="34" charset="0"/>
              </a:rPr>
              <a:t>SEBAGAI </a:t>
            </a:r>
            <a:endParaRPr lang="en-US" sz="2000" dirty="0" smtClean="0">
              <a:solidFill>
                <a:srgbClr val="FFC000"/>
              </a:solidFill>
              <a:latin typeface="Franklin Gothic Demi Cond" pitchFamily="34" charset="0"/>
            </a:endParaRPr>
          </a:p>
          <a:p>
            <a:pPr lvl="0" algn="ctr"/>
            <a:r>
              <a:rPr lang="id-ID" sz="2000" dirty="0" smtClean="0">
                <a:solidFill>
                  <a:srgbClr val="FFC000"/>
                </a:solidFill>
                <a:latin typeface="Franklin Gothic Demi Cond" pitchFamily="34" charset="0"/>
              </a:rPr>
              <a:t>DASAR </a:t>
            </a:r>
            <a:r>
              <a:rPr lang="id-ID" sz="2000" dirty="0">
                <a:solidFill>
                  <a:srgbClr val="FFC000"/>
                </a:solidFill>
                <a:latin typeface="Franklin Gothic Demi Cond" pitchFamily="34" charset="0"/>
              </a:rPr>
              <a:t>NEGARA</a:t>
            </a:r>
            <a:endParaRPr lang="id-ID" sz="2000" dirty="0">
              <a:solidFill>
                <a:srgbClr val="FFC000"/>
              </a:solidFill>
              <a:latin typeface="Bernard MT Condensed" pitchFamily="18" charset="0"/>
            </a:endParaRPr>
          </a:p>
        </p:txBody>
      </p:sp>
      <p:sp>
        <p:nvSpPr>
          <p:cNvPr id="27" name="Rounded Rectangle 26"/>
          <p:cNvSpPr/>
          <p:nvPr/>
        </p:nvSpPr>
        <p:spPr>
          <a:xfrm>
            <a:off x="2085256" y="3573016"/>
            <a:ext cx="2558752" cy="1296144"/>
          </a:xfrm>
          <a:prstGeom prst="roundRect">
            <a:avLst>
              <a:gd name="adj" fmla="val 9948"/>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dirty="0" smtClean="0">
                <a:solidFill>
                  <a:srgbClr val="FFC000"/>
                </a:solidFill>
                <a:latin typeface="Franklin Gothic Demi Cond" pitchFamily="34" charset="0"/>
              </a:rPr>
              <a:t>URGENSI </a:t>
            </a:r>
            <a:r>
              <a:rPr lang="id-ID" sz="2000" dirty="0" smtClean="0">
                <a:solidFill>
                  <a:srgbClr val="FFC000"/>
                </a:solidFill>
                <a:latin typeface="Franklin Gothic Demi Cond" pitchFamily="34" charset="0"/>
              </a:rPr>
              <a:t>PANCASILA </a:t>
            </a:r>
            <a:r>
              <a:rPr lang="id-ID" sz="2000" dirty="0">
                <a:solidFill>
                  <a:srgbClr val="FFC000"/>
                </a:solidFill>
                <a:latin typeface="Franklin Gothic Demi Cond" pitchFamily="34" charset="0"/>
              </a:rPr>
              <a:t>SEBAGAI </a:t>
            </a:r>
            <a:endParaRPr lang="en-US" sz="2000" dirty="0" smtClean="0">
              <a:solidFill>
                <a:srgbClr val="FFC000"/>
              </a:solidFill>
              <a:latin typeface="Franklin Gothic Demi Cond" pitchFamily="34" charset="0"/>
            </a:endParaRPr>
          </a:p>
          <a:p>
            <a:pPr lvl="0" algn="ctr"/>
            <a:r>
              <a:rPr lang="id-ID" sz="2000" dirty="0" smtClean="0">
                <a:solidFill>
                  <a:srgbClr val="FFC000"/>
                </a:solidFill>
                <a:latin typeface="Franklin Gothic Demi Cond" pitchFamily="34" charset="0"/>
              </a:rPr>
              <a:t>DASAR </a:t>
            </a:r>
            <a:r>
              <a:rPr lang="id-ID" sz="2000" dirty="0">
                <a:solidFill>
                  <a:srgbClr val="FFC000"/>
                </a:solidFill>
                <a:latin typeface="Franklin Gothic Demi Cond" pitchFamily="34" charset="0"/>
              </a:rPr>
              <a:t>NEGARA</a:t>
            </a:r>
            <a:endParaRPr lang="id-ID" sz="2000" dirty="0">
              <a:solidFill>
                <a:srgbClr val="FFC000"/>
              </a:solidFill>
              <a:latin typeface="Bernard MT Condensed" pitchFamily="18" charset="0"/>
            </a:endParaRPr>
          </a:p>
        </p:txBody>
      </p:sp>
      <p:sp>
        <p:nvSpPr>
          <p:cNvPr id="4" name="Oval 3"/>
          <p:cNvSpPr/>
          <p:nvPr/>
        </p:nvSpPr>
        <p:spPr>
          <a:xfrm>
            <a:off x="1901890" y="2060848"/>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1</a:t>
            </a:r>
            <a:endParaRPr lang="en-US" dirty="0">
              <a:latin typeface="Bernard MT Condensed" pitchFamily="18" charset="0"/>
            </a:endParaRPr>
          </a:p>
        </p:txBody>
      </p:sp>
      <p:sp>
        <p:nvSpPr>
          <p:cNvPr id="32" name="Oval 31"/>
          <p:cNvSpPr/>
          <p:nvPr/>
        </p:nvSpPr>
        <p:spPr>
          <a:xfrm>
            <a:off x="1901890" y="3645024"/>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2</a:t>
            </a:r>
            <a:endParaRPr lang="en-US" dirty="0">
              <a:latin typeface="Bernard MT Condensed" pitchFamily="18" charset="0"/>
            </a:endParaRPr>
          </a:p>
        </p:txBody>
      </p:sp>
      <p:sp>
        <p:nvSpPr>
          <p:cNvPr id="33" name="Rounded Rectangle 32"/>
          <p:cNvSpPr/>
          <p:nvPr/>
        </p:nvSpPr>
        <p:spPr>
          <a:xfrm>
            <a:off x="4849146" y="1999726"/>
            <a:ext cx="2558752" cy="370926"/>
          </a:xfrm>
          <a:prstGeom prst="roundRect">
            <a:avLst>
              <a:gd name="adj" fmla="val 11628"/>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400" dirty="0" smtClean="0">
                <a:solidFill>
                  <a:schemeClr val="tx1"/>
                </a:solidFill>
                <a:latin typeface="Franklin Gothic Demi Cond" pitchFamily="34" charset="0"/>
              </a:rPr>
              <a:t>PENERIMAAN DAN PENETAPAN</a:t>
            </a:r>
            <a:endParaRPr lang="id-ID" sz="1400" dirty="0">
              <a:solidFill>
                <a:schemeClr val="tx1"/>
              </a:solidFill>
              <a:latin typeface="Bernard MT Condensed" pitchFamily="18" charset="0"/>
            </a:endParaRPr>
          </a:p>
        </p:txBody>
      </p:sp>
      <p:sp>
        <p:nvSpPr>
          <p:cNvPr id="34" name="Rounded Rectangle 33"/>
          <p:cNvSpPr/>
          <p:nvPr/>
        </p:nvSpPr>
        <p:spPr>
          <a:xfrm>
            <a:off x="4849146" y="2442660"/>
            <a:ext cx="2558752" cy="370926"/>
          </a:xfrm>
          <a:prstGeom prst="roundRect">
            <a:avLst>
              <a:gd name="adj" fmla="val 11628"/>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400" dirty="0" smtClean="0">
                <a:solidFill>
                  <a:schemeClr val="tx1"/>
                </a:solidFill>
                <a:latin typeface="Franklin Gothic Demi Cond" pitchFamily="34" charset="0"/>
              </a:rPr>
              <a:t>RUMUSAN</a:t>
            </a:r>
            <a:endParaRPr lang="id-ID" sz="1400" dirty="0">
              <a:solidFill>
                <a:schemeClr val="tx1"/>
              </a:solidFill>
              <a:latin typeface="Bernard MT Condensed" pitchFamily="18" charset="0"/>
            </a:endParaRPr>
          </a:p>
        </p:txBody>
      </p:sp>
      <p:sp>
        <p:nvSpPr>
          <p:cNvPr id="35" name="Rounded Rectangle 34"/>
          <p:cNvSpPr/>
          <p:nvPr/>
        </p:nvSpPr>
        <p:spPr>
          <a:xfrm>
            <a:off x="4849146" y="2892286"/>
            <a:ext cx="2558752" cy="370926"/>
          </a:xfrm>
          <a:prstGeom prst="roundRect">
            <a:avLst>
              <a:gd name="adj" fmla="val 11628"/>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400" dirty="0" smtClean="0">
                <a:solidFill>
                  <a:schemeClr val="tx1"/>
                </a:solidFill>
                <a:latin typeface="Franklin Gothic Demi Cond" pitchFamily="34" charset="0"/>
              </a:rPr>
              <a:t>KEDUDUKAN</a:t>
            </a:r>
            <a:endParaRPr lang="id-ID" sz="1400" dirty="0">
              <a:solidFill>
                <a:schemeClr val="tx1"/>
              </a:solidFill>
              <a:latin typeface="Bernard MT Condensed" pitchFamily="18" charset="0"/>
            </a:endParaRPr>
          </a:p>
        </p:txBody>
      </p:sp>
      <p:sp>
        <p:nvSpPr>
          <p:cNvPr id="36" name="Rounded Rectangle 35"/>
          <p:cNvSpPr/>
          <p:nvPr/>
        </p:nvSpPr>
        <p:spPr>
          <a:xfrm>
            <a:off x="4860032" y="3760576"/>
            <a:ext cx="2558752" cy="370926"/>
          </a:xfrm>
          <a:prstGeom prst="roundRect">
            <a:avLst>
              <a:gd name="adj" fmla="val 11628"/>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400" dirty="0" smtClean="0">
                <a:solidFill>
                  <a:schemeClr val="tx1"/>
                </a:solidFill>
                <a:latin typeface="Franklin Gothic Demi Cond" pitchFamily="34" charset="0"/>
              </a:rPr>
              <a:t>PENDEKATAN KELEMBAGAAN</a:t>
            </a:r>
            <a:endParaRPr lang="id-ID" sz="1400" dirty="0">
              <a:solidFill>
                <a:schemeClr val="tx1"/>
              </a:solidFill>
              <a:latin typeface="Bernard MT Condensed" pitchFamily="18" charset="0"/>
            </a:endParaRPr>
          </a:p>
        </p:txBody>
      </p:sp>
      <p:sp>
        <p:nvSpPr>
          <p:cNvPr id="37" name="Rounded Rectangle 36"/>
          <p:cNvSpPr/>
          <p:nvPr/>
        </p:nvSpPr>
        <p:spPr>
          <a:xfrm>
            <a:off x="4860032" y="4210202"/>
            <a:ext cx="2558752" cy="370926"/>
          </a:xfrm>
          <a:prstGeom prst="roundRect">
            <a:avLst>
              <a:gd name="adj" fmla="val 11628"/>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400" dirty="0" smtClean="0">
                <a:solidFill>
                  <a:schemeClr val="tx1"/>
                </a:solidFill>
                <a:latin typeface="Franklin Gothic Demi Cond" pitchFamily="34" charset="0"/>
              </a:rPr>
              <a:t>PENDEKATAN PERSONAL</a:t>
            </a:r>
            <a:endParaRPr lang="id-ID" sz="1400" dirty="0">
              <a:solidFill>
                <a:schemeClr val="tx1"/>
              </a:solidFill>
              <a:latin typeface="Bernard MT Condensed" pitchFamily="18" charset="0"/>
            </a:endParaRPr>
          </a:p>
        </p:txBody>
      </p:sp>
      <p:sp>
        <p:nvSpPr>
          <p:cNvPr id="38" name="Rounded Rectangle 37"/>
          <p:cNvSpPr/>
          <p:nvPr/>
        </p:nvSpPr>
        <p:spPr>
          <a:xfrm>
            <a:off x="4701276" y="2204864"/>
            <a:ext cx="230764" cy="914400"/>
          </a:xfrm>
          <a:prstGeom prst="roundRect">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p:cNvSpPr/>
          <p:nvPr/>
        </p:nvSpPr>
        <p:spPr>
          <a:xfrm>
            <a:off x="4716016" y="3738736"/>
            <a:ext cx="230764" cy="914400"/>
          </a:xfrm>
          <a:prstGeom prst="roundRect">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15</a:t>
            </a:r>
            <a:endParaRPr lang="id-ID" dirty="0">
              <a:solidFill>
                <a:srgbClr val="FFC000"/>
              </a:solidFill>
              <a:latin typeface="Franklin Gothic Demi Cond" pitchFamily="34" charset="0"/>
            </a:endParaRPr>
          </a:p>
        </p:txBody>
      </p:sp>
      <p:pic>
        <p:nvPicPr>
          <p:cNvPr id="16" name="Picture 37" descr="garuda"/>
          <p:cNvPicPr>
            <a:picLocks noChangeAspect="1" noChangeArrowheads="1"/>
          </p:cNvPicPr>
          <p:nvPr/>
        </p:nvPicPr>
        <p:blipFill>
          <a:blip r:embed="rId2"/>
          <a:srcRect/>
          <a:stretch>
            <a:fillRect/>
          </a:stretch>
        </p:blipFill>
        <p:spPr bwMode="auto">
          <a:xfrm>
            <a:off x="240668" y="279292"/>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19492189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005136" y="332656"/>
            <a:ext cx="6303168" cy="648072"/>
          </a:xfrm>
          <a:prstGeom prst="roundRect">
            <a:avLst>
              <a:gd name="adj" fmla="val 11628"/>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smtClean="0">
                <a:solidFill>
                  <a:srgbClr val="FFC000"/>
                </a:solidFill>
                <a:latin typeface="Franklin Gothic Demi Cond" pitchFamily="34" charset="0"/>
              </a:rPr>
              <a:t>ESENSI </a:t>
            </a:r>
            <a:r>
              <a:rPr lang="id-ID" dirty="0" smtClean="0">
                <a:solidFill>
                  <a:srgbClr val="FFC000"/>
                </a:solidFill>
                <a:latin typeface="Franklin Gothic Demi Cond" pitchFamily="34" charset="0"/>
              </a:rPr>
              <a:t>PANCASILA </a:t>
            </a:r>
            <a:r>
              <a:rPr lang="id-ID" dirty="0">
                <a:solidFill>
                  <a:srgbClr val="FFC000"/>
                </a:solidFill>
                <a:latin typeface="Franklin Gothic Demi Cond" pitchFamily="34" charset="0"/>
              </a:rPr>
              <a:t>SEBAGAI </a:t>
            </a:r>
            <a:endParaRPr lang="en-US" dirty="0" smtClean="0">
              <a:solidFill>
                <a:srgbClr val="FFC000"/>
              </a:solidFill>
              <a:latin typeface="Franklin Gothic Demi Cond" pitchFamily="34" charset="0"/>
            </a:endParaRPr>
          </a:p>
          <a:p>
            <a:pPr lvl="0" algn="ctr"/>
            <a:r>
              <a:rPr lang="id-ID" dirty="0" smtClean="0">
                <a:solidFill>
                  <a:srgbClr val="FFC000"/>
                </a:solidFill>
                <a:latin typeface="Franklin Gothic Demi Cond" pitchFamily="34" charset="0"/>
              </a:rPr>
              <a:t>DASAR </a:t>
            </a:r>
            <a:r>
              <a:rPr lang="id-ID" dirty="0">
                <a:solidFill>
                  <a:srgbClr val="FFC000"/>
                </a:solidFill>
                <a:latin typeface="Franklin Gothic Demi Cond" pitchFamily="34" charset="0"/>
              </a:rPr>
              <a:t>NEGARA</a:t>
            </a:r>
            <a:endParaRPr lang="id-ID" dirty="0">
              <a:solidFill>
                <a:srgbClr val="FFC000"/>
              </a:solidFill>
              <a:latin typeface="Bernard MT Condensed" pitchFamily="18" charset="0"/>
            </a:endParaRPr>
          </a:p>
        </p:txBody>
      </p:sp>
      <p:sp>
        <p:nvSpPr>
          <p:cNvPr id="3" name="Oval 2"/>
          <p:cNvSpPr/>
          <p:nvPr/>
        </p:nvSpPr>
        <p:spPr>
          <a:xfrm>
            <a:off x="827584" y="404664"/>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ernard MT Condensed" pitchFamily="18" charset="0"/>
              </a:rPr>
              <a:t>1</a:t>
            </a:r>
            <a:endParaRPr lang="en-US" dirty="0">
              <a:latin typeface="Bernard MT Condensed" pitchFamily="18" charset="0"/>
            </a:endParaRPr>
          </a:p>
        </p:txBody>
      </p:sp>
      <p:sp>
        <p:nvSpPr>
          <p:cNvPr id="5" name="Rounded Rectangle 4"/>
          <p:cNvSpPr/>
          <p:nvPr/>
        </p:nvSpPr>
        <p:spPr>
          <a:xfrm>
            <a:off x="4644008" y="1142281"/>
            <a:ext cx="4331366" cy="830997"/>
          </a:xfrm>
          <a:prstGeom prst="roundRect">
            <a:avLst>
              <a:gd name="adj" fmla="val 0"/>
            </a:avLst>
          </a:prstGeom>
          <a:noFill/>
        </p:spPr>
        <p:txBody>
          <a:bodyPr wrap="square">
            <a:spAutoFit/>
          </a:bodyPr>
          <a:lstStyle/>
          <a:p>
            <a:pPr algn="just"/>
            <a:r>
              <a:rPr lang="en-US" sz="1200" dirty="0" smtClean="0">
                <a:solidFill>
                  <a:srgbClr val="FFFF00"/>
                </a:solidFill>
                <a:latin typeface="Franklin Gothic Demi Cond" pitchFamily="34" charset="0"/>
              </a:rPr>
              <a:t>PENERIMAAN PANCASILA SEBAGAI DASAR NEGARA MERUPAKAN MILIK BERSAMA AKAN MEMUDAHKAN SEMUA </a:t>
            </a:r>
            <a:r>
              <a:rPr lang="en-US" sz="1200" i="1" dirty="0" smtClean="0">
                <a:solidFill>
                  <a:srgbClr val="FFFF00"/>
                </a:solidFill>
                <a:latin typeface="Franklin Gothic Demi Cond" pitchFamily="34" charset="0"/>
              </a:rPr>
              <a:t>STAKEHOLDER </a:t>
            </a:r>
            <a:r>
              <a:rPr lang="en-US" sz="1200" dirty="0" smtClean="0">
                <a:solidFill>
                  <a:srgbClr val="FFFF00"/>
                </a:solidFill>
                <a:latin typeface="Franklin Gothic Demi Cond" pitchFamily="34" charset="0"/>
              </a:rPr>
              <a:t>BANGSA DALAM MEMBANGUN NEGARA BERDASAR PRINSIP-PRINSIP KONSTITUSIONAL.</a:t>
            </a:r>
            <a:endParaRPr lang="en-US" sz="1200" dirty="0">
              <a:solidFill>
                <a:srgbClr val="FFFF00"/>
              </a:solidFill>
              <a:latin typeface="Franklin Gothic Demi Cond" pitchFamily="34" charset="0"/>
            </a:endParaRPr>
          </a:p>
        </p:txBody>
      </p:sp>
      <p:sp>
        <p:nvSpPr>
          <p:cNvPr id="7" name="Rounded Rectangle 6"/>
          <p:cNvSpPr/>
          <p:nvPr/>
        </p:nvSpPr>
        <p:spPr>
          <a:xfrm>
            <a:off x="1642388" y="1146448"/>
            <a:ext cx="3001620" cy="914400"/>
          </a:xfrm>
          <a:prstGeom prst="roundRect">
            <a:avLst>
              <a:gd name="adj" fmla="val 4762"/>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Franklin Gothic Demi Cond" pitchFamily="34" charset="0"/>
              </a:rPr>
              <a:t>PANCASILA SECARA LEGAL FORMAL TELAH DITERIMA DAN DITETAPKAN MENJADI DASAR DAN IDEOLOGI NEGARA INDONESIA SEJAK 18 AGUSTUS 1945. </a:t>
            </a:r>
          </a:p>
        </p:txBody>
      </p:sp>
      <p:sp>
        <p:nvSpPr>
          <p:cNvPr id="8" name="Rounded Rectangle 7"/>
          <p:cNvSpPr/>
          <p:nvPr/>
        </p:nvSpPr>
        <p:spPr>
          <a:xfrm>
            <a:off x="1642388" y="4043605"/>
            <a:ext cx="3001620" cy="914400"/>
          </a:xfrm>
          <a:prstGeom prst="roundRect">
            <a:avLst>
              <a:gd name="adj" fmla="val 4762"/>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Franklin Gothic Demi Cond" pitchFamily="34" charset="0"/>
              </a:rPr>
              <a:t>KEDUDUKAN PANCASILA SBG DASAR </a:t>
            </a:r>
            <a:r>
              <a:rPr lang="en-US" sz="1400" dirty="0" smtClean="0">
                <a:solidFill>
                  <a:schemeClr val="tx1"/>
                </a:solidFill>
                <a:latin typeface="Franklin Gothic Demi Cond" pitchFamily="34" charset="0"/>
              </a:rPr>
              <a:t>NEGARA </a:t>
            </a:r>
          </a:p>
          <a:p>
            <a:r>
              <a:rPr lang="en-US" sz="1400" dirty="0" err="1" smtClean="0">
                <a:solidFill>
                  <a:schemeClr val="tx1"/>
                </a:solidFill>
                <a:latin typeface="Franklin Gothic Demi Cond" pitchFamily="34" charset="0"/>
              </a:rPr>
              <a:t>dapat</a:t>
            </a:r>
            <a:r>
              <a:rPr lang="en-US" sz="1400" dirty="0" smtClean="0">
                <a:solidFill>
                  <a:schemeClr val="tx1"/>
                </a:solidFill>
                <a:latin typeface="Franklin Gothic Demi Cond" pitchFamily="34" charset="0"/>
              </a:rPr>
              <a:t> </a:t>
            </a:r>
            <a:r>
              <a:rPr lang="en-US" sz="1400" dirty="0" err="1" smtClean="0">
                <a:solidFill>
                  <a:schemeClr val="tx1"/>
                </a:solidFill>
                <a:latin typeface="Franklin Gothic Demi Cond" pitchFamily="34" charset="0"/>
              </a:rPr>
              <a:t>dirinci</a:t>
            </a:r>
            <a:r>
              <a:rPr lang="en-US" sz="1400" dirty="0" smtClean="0">
                <a:solidFill>
                  <a:schemeClr val="tx1"/>
                </a:solidFill>
                <a:latin typeface="Franklin Gothic Demi Cond" pitchFamily="34" charset="0"/>
              </a:rPr>
              <a:t> : </a:t>
            </a:r>
            <a:endParaRPr lang="en-US" sz="1400" dirty="0">
              <a:solidFill>
                <a:schemeClr val="tx1"/>
              </a:solidFill>
              <a:latin typeface="Franklin Gothic Demi Cond" pitchFamily="34" charset="0"/>
            </a:endParaRPr>
          </a:p>
        </p:txBody>
      </p:sp>
      <p:sp>
        <p:nvSpPr>
          <p:cNvPr id="9" name="Rectangle 8"/>
          <p:cNvSpPr/>
          <p:nvPr/>
        </p:nvSpPr>
        <p:spPr>
          <a:xfrm>
            <a:off x="4654894" y="3949893"/>
            <a:ext cx="4320480" cy="2431435"/>
          </a:xfrm>
          <a:prstGeom prst="rect">
            <a:avLst/>
          </a:prstGeom>
        </p:spPr>
        <p:txBody>
          <a:bodyPr wrap="square">
            <a:spAutoFit/>
          </a:bodyPr>
          <a:lstStyle/>
          <a:p>
            <a:pPr marL="171450" indent="-171450" algn="just">
              <a:spcBef>
                <a:spcPts val="600"/>
              </a:spcBef>
              <a:buFont typeface="Wingdings" pitchFamily="2" charset="2"/>
              <a:buChar char="§"/>
            </a:pPr>
            <a:r>
              <a:rPr lang="en-US" sz="1200" dirty="0" smtClean="0">
                <a:solidFill>
                  <a:srgbClr val="FFFF00"/>
                </a:solidFill>
                <a:latin typeface="Franklin Gothic Demi Cond" pitchFamily="34" charset="0"/>
              </a:rPr>
              <a:t>PANCASILA SEBAGAI DASAR NEGARA ADALAH SUMBER DARI SEGALA SUMBER TERTIB HUKUM INDONESIA</a:t>
            </a:r>
          </a:p>
          <a:p>
            <a:pPr marL="171450" indent="-171450" algn="just">
              <a:spcBef>
                <a:spcPts val="600"/>
              </a:spcBef>
              <a:buFont typeface="Wingdings" pitchFamily="2" charset="2"/>
              <a:buChar char="§"/>
            </a:pPr>
            <a:r>
              <a:rPr lang="en-US" sz="1200" dirty="0" smtClean="0">
                <a:solidFill>
                  <a:srgbClr val="FFFF00"/>
                </a:solidFill>
                <a:latin typeface="Franklin Gothic Demi Cond" pitchFamily="34" charset="0"/>
              </a:rPr>
              <a:t>MELIPUTI SUASANA KEBATINAN DARI UUD 1945</a:t>
            </a:r>
          </a:p>
          <a:p>
            <a:pPr marL="171450" indent="-171450" algn="just">
              <a:spcBef>
                <a:spcPts val="600"/>
              </a:spcBef>
              <a:buFont typeface="Wingdings" pitchFamily="2" charset="2"/>
              <a:buChar char="§"/>
            </a:pPr>
            <a:r>
              <a:rPr lang="en-US" sz="1200" dirty="0" smtClean="0">
                <a:solidFill>
                  <a:srgbClr val="FFFF00"/>
                </a:solidFill>
                <a:latin typeface="Franklin Gothic Demi Cond" pitchFamily="34" charset="0"/>
              </a:rPr>
              <a:t>MEWUJUDKAN CITA-CITA HUKUM BAGI DASAR NEGARA (BAIK HUKUM DASAR TERTULIS MAUPUN TIDAK TERTULIS).</a:t>
            </a:r>
          </a:p>
          <a:p>
            <a:pPr marL="171450" indent="-171450" algn="just">
              <a:spcBef>
                <a:spcPts val="600"/>
              </a:spcBef>
              <a:buFont typeface="Wingdings" pitchFamily="2" charset="2"/>
              <a:buChar char="§"/>
            </a:pPr>
            <a:r>
              <a:rPr lang="en-US" sz="1200" dirty="0" smtClean="0">
                <a:solidFill>
                  <a:srgbClr val="FFFF00"/>
                </a:solidFill>
                <a:latin typeface="Franklin Gothic Demi Cond" pitchFamily="34" charset="0"/>
              </a:rPr>
              <a:t>MENGANDUNG NORMA YG MENGHARUSKAN UUD MENGANDUNG ISI YG MEWAJIBKAN PEMERINTAH DLL PENYELENGGARA NEGARA (TMS PENYELENGGARA PARTAI DAN GOLONGAN FUNGSIONAL) MEMEGANG TEGUH CITA-CITA MORAL RAKYAT YANG LUHUR.</a:t>
            </a:r>
          </a:p>
          <a:p>
            <a:pPr marL="171450" indent="-171450" algn="just">
              <a:spcBef>
                <a:spcPts val="600"/>
              </a:spcBef>
              <a:buFont typeface="Wingdings" pitchFamily="2" charset="2"/>
              <a:buChar char="§"/>
            </a:pPr>
            <a:r>
              <a:rPr lang="en-US" sz="1200" dirty="0" smtClean="0">
                <a:solidFill>
                  <a:srgbClr val="FFFF00"/>
                </a:solidFill>
                <a:latin typeface="Franklin Gothic Demi Cond" pitchFamily="34" charset="0"/>
              </a:rPr>
              <a:t>MERUPAKAN SUMBER SEMANGAT ABADI UUD 1945 BAGI PENYELENGGARAAN NEGARA, PARA PELAKSANA PEMERINTAHAN</a:t>
            </a:r>
            <a:endParaRPr lang="en-US" sz="1200" dirty="0">
              <a:solidFill>
                <a:srgbClr val="FFFF00"/>
              </a:solidFill>
              <a:latin typeface="Franklin Gothic Demi Cond" pitchFamily="34" charset="0"/>
            </a:endParaRPr>
          </a:p>
        </p:txBody>
      </p:sp>
      <p:sp>
        <p:nvSpPr>
          <p:cNvPr id="10" name="Rounded Rectangle 9"/>
          <p:cNvSpPr/>
          <p:nvPr/>
        </p:nvSpPr>
        <p:spPr>
          <a:xfrm>
            <a:off x="1634412" y="2492896"/>
            <a:ext cx="3001620" cy="1092607"/>
          </a:xfrm>
          <a:prstGeom prst="roundRect">
            <a:avLst>
              <a:gd name="adj" fmla="val 4762"/>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latin typeface="Franklin Gothic Demi Cond" pitchFamily="34" charset="0"/>
              </a:rPr>
              <a:t>PANCASILA ADL SUBSTANSI ESENSIAL YG MENDAPATKAN KEDUDUKAN FORMAL</a:t>
            </a:r>
          </a:p>
          <a:p>
            <a:r>
              <a:rPr lang="en-US" sz="1400" dirty="0" smtClean="0">
                <a:solidFill>
                  <a:schemeClr val="tx1"/>
                </a:solidFill>
                <a:latin typeface="Franklin Gothic Demi Cond" pitchFamily="34" charset="0"/>
              </a:rPr>
              <a:t>YURIDIS DALAM PEMBUKAAN UUD 1945</a:t>
            </a:r>
            <a:endParaRPr lang="en-US" sz="1400" dirty="0">
              <a:solidFill>
                <a:schemeClr val="tx1"/>
              </a:solidFill>
              <a:latin typeface="Franklin Gothic Demi Cond" pitchFamily="34" charset="0"/>
            </a:endParaRPr>
          </a:p>
        </p:txBody>
      </p:sp>
      <p:sp>
        <p:nvSpPr>
          <p:cNvPr id="11" name="Rectangle 10"/>
          <p:cNvSpPr/>
          <p:nvPr/>
        </p:nvSpPr>
        <p:spPr>
          <a:xfrm>
            <a:off x="4669634" y="2492897"/>
            <a:ext cx="4305740" cy="1092607"/>
          </a:xfrm>
          <a:prstGeom prst="rect">
            <a:avLst/>
          </a:prstGeom>
        </p:spPr>
        <p:txBody>
          <a:bodyPr wrap="square">
            <a:spAutoFit/>
          </a:bodyPr>
          <a:lstStyle/>
          <a:p>
            <a:pPr marL="171450" indent="-171450" algn="just">
              <a:spcBef>
                <a:spcPts val="600"/>
              </a:spcBef>
              <a:buFont typeface="Wingdings" pitchFamily="2" charset="2"/>
              <a:buChar char="§"/>
            </a:pPr>
            <a:r>
              <a:rPr lang="en-US" sz="1200" dirty="0" smtClean="0">
                <a:solidFill>
                  <a:schemeClr val="bg1"/>
                </a:solidFill>
                <a:latin typeface="Franklin Gothic Demi Cond" pitchFamily="34" charset="0"/>
              </a:rPr>
              <a:t>RUMUSAN PANCASILA SEBAGAI DASAR NEGARA ADALAH SEBAGAIMANA TERDAPAT DALAM PEMBUKAAN UUD 1945. </a:t>
            </a:r>
          </a:p>
          <a:p>
            <a:pPr marL="171450" indent="-171450" algn="just">
              <a:spcBef>
                <a:spcPts val="600"/>
              </a:spcBef>
              <a:buFont typeface="Wingdings" pitchFamily="2" charset="2"/>
              <a:buChar char="§"/>
            </a:pPr>
            <a:r>
              <a:rPr lang="en-US" sz="1200" dirty="0" smtClean="0">
                <a:solidFill>
                  <a:schemeClr val="bg1"/>
                </a:solidFill>
                <a:latin typeface="Franklin Gothic Demi Cond" pitchFamily="34" charset="0"/>
              </a:rPr>
              <a:t>PERUMUSAN PANCASILA YANG MENYIMPANG DARI </a:t>
            </a:r>
            <a:r>
              <a:rPr lang="es-ES" sz="1200" dirty="0" smtClean="0">
                <a:solidFill>
                  <a:schemeClr val="bg1"/>
                </a:solidFill>
                <a:latin typeface="Franklin Gothic Demi Cond" pitchFamily="34" charset="0"/>
              </a:rPr>
              <a:t>PEMBUKAAN SECARA JELAS MERUPAKAN PERUBAHAN SECARA TIDAK SAH ATAS </a:t>
            </a:r>
            <a:r>
              <a:rPr lang="nn-NO" sz="1200" dirty="0" smtClean="0">
                <a:solidFill>
                  <a:schemeClr val="bg1"/>
                </a:solidFill>
                <a:latin typeface="Franklin Gothic Demi Cond" pitchFamily="34" charset="0"/>
              </a:rPr>
              <a:t>PEMBUKAAN UUD 1945</a:t>
            </a:r>
            <a:endParaRPr lang="en-US" sz="1200" dirty="0">
              <a:solidFill>
                <a:schemeClr val="bg1"/>
              </a:solidFill>
              <a:latin typeface="Franklin Gothic Demi Cond" pitchFamily="34" charset="0"/>
            </a:endParaRPr>
          </a:p>
        </p:txBody>
      </p:sp>
      <p:sp>
        <p:nvSpPr>
          <p:cNvPr id="12" name="Rounded Rectangle 11"/>
          <p:cNvSpPr/>
          <p:nvPr/>
        </p:nvSpPr>
        <p:spPr>
          <a:xfrm>
            <a:off x="1349558" y="1146448"/>
            <a:ext cx="230764" cy="914400"/>
          </a:xfrm>
          <a:prstGeom prst="roundRect">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1342526" y="2514600"/>
            <a:ext cx="230764" cy="914400"/>
          </a:xfrm>
          <a:prstGeom prst="roundRect">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335494" y="4037654"/>
            <a:ext cx="230764" cy="914400"/>
          </a:xfrm>
          <a:prstGeom prst="roundRect">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16</a:t>
            </a:r>
            <a:endParaRPr lang="id-ID" dirty="0">
              <a:solidFill>
                <a:srgbClr val="FFC000"/>
              </a:solidFill>
              <a:latin typeface="Franklin Gothic Demi Cond" pitchFamily="34" charset="0"/>
            </a:endParaRPr>
          </a:p>
        </p:txBody>
      </p:sp>
      <p:pic>
        <p:nvPicPr>
          <p:cNvPr id="17" name="Picture 37" descr="garuda"/>
          <p:cNvPicPr>
            <a:picLocks noChangeAspect="1" noChangeArrowheads="1"/>
          </p:cNvPicPr>
          <p:nvPr/>
        </p:nvPicPr>
        <p:blipFill>
          <a:blip r:embed="rId2"/>
          <a:srcRect/>
          <a:stretch>
            <a:fillRect/>
          </a:stretch>
        </p:blipFill>
        <p:spPr bwMode="auto">
          <a:xfrm>
            <a:off x="8115436" y="217274"/>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33026021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p:cNvSpPr/>
          <p:nvPr/>
        </p:nvSpPr>
        <p:spPr>
          <a:xfrm>
            <a:off x="6894512" y="2060848"/>
            <a:ext cx="2141984" cy="3827502"/>
          </a:xfrm>
          <a:prstGeom prst="roundRect">
            <a:avLst>
              <a:gd name="adj" fmla="val 8027"/>
            </a:avLst>
          </a:prstGeom>
          <a:solidFill>
            <a:srgbClr val="FFC000"/>
          </a:solidFill>
          <a:ln w="19050">
            <a:solidFill>
              <a:schemeClr val="tx1"/>
            </a:solidFill>
          </a:ln>
        </p:spPr>
        <p:txBody>
          <a:bodyPr wrap="square">
            <a:spAutoFit/>
          </a:bodyPr>
          <a:lstStyle/>
          <a:p>
            <a:r>
              <a:rPr lang="en-US" sz="1400" dirty="0" err="1" smtClean="0">
                <a:latin typeface="Franklin Gothic Demi Cond" pitchFamily="34" charset="0"/>
              </a:rPr>
              <a:t>apabila</a:t>
            </a:r>
            <a:r>
              <a:rPr lang="en-US" sz="1400" dirty="0" smtClean="0">
                <a:latin typeface="Franklin Gothic Demi Cond" pitchFamily="34" charset="0"/>
              </a:rPr>
              <a:t> </a:t>
            </a:r>
          </a:p>
          <a:p>
            <a:r>
              <a:rPr lang="en-US" sz="1400" dirty="0" smtClean="0">
                <a:latin typeface="Franklin Gothic Demi Cond" pitchFamily="34" charset="0"/>
              </a:rPr>
              <a:t>NILAI-NILAI PANCASILA DIAMALKAN </a:t>
            </a:r>
          </a:p>
          <a:p>
            <a:r>
              <a:rPr lang="en-US" sz="1400" dirty="0" smtClean="0">
                <a:latin typeface="Franklin Gothic Demi Cond" pitchFamily="34" charset="0"/>
              </a:rPr>
              <a:t>SECARA KONSISTEN, </a:t>
            </a:r>
          </a:p>
          <a:p>
            <a:r>
              <a:rPr lang="en-US" sz="1400" dirty="0" err="1" smtClean="0">
                <a:latin typeface="Franklin Gothic Demi Cond" pitchFamily="34" charset="0"/>
              </a:rPr>
              <a:t>baik</a:t>
            </a:r>
            <a:r>
              <a:rPr lang="en-US" sz="1400" dirty="0" smtClean="0">
                <a:latin typeface="Franklin Gothic Demi Cond" pitchFamily="34" charset="0"/>
              </a:rPr>
              <a:t> </a:t>
            </a:r>
            <a:r>
              <a:rPr lang="en-US" sz="1400" dirty="0" err="1" smtClean="0">
                <a:latin typeface="Franklin Gothic Demi Cond" pitchFamily="34" charset="0"/>
              </a:rPr>
              <a:t>oleh</a:t>
            </a:r>
            <a:r>
              <a:rPr lang="en-US" sz="1400" dirty="0" smtClean="0">
                <a:latin typeface="Franklin Gothic Demi Cond" pitchFamily="34" charset="0"/>
              </a:rPr>
              <a:t> </a:t>
            </a:r>
          </a:p>
          <a:p>
            <a:r>
              <a:rPr lang="en-US" sz="1400" dirty="0" smtClean="0">
                <a:latin typeface="Franklin Gothic Demi Cond" pitchFamily="34" charset="0"/>
              </a:rPr>
              <a:t>PENYELENGGARA NEGARA </a:t>
            </a:r>
            <a:r>
              <a:rPr lang="en-US" sz="1400" dirty="0" err="1" smtClean="0">
                <a:latin typeface="Franklin Gothic Demi Cond" pitchFamily="34" charset="0"/>
              </a:rPr>
              <a:t>maupun</a:t>
            </a:r>
            <a:r>
              <a:rPr lang="en-US" sz="1400" dirty="0" smtClean="0">
                <a:latin typeface="Franklin Gothic Demi Cond" pitchFamily="34" charset="0"/>
              </a:rPr>
              <a:t> </a:t>
            </a:r>
          </a:p>
          <a:p>
            <a:r>
              <a:rPr lang="en-US" sz="1400" dirty="0" smtClean="0">
                <a:latin typeface="Franklin Gothic Demi Cond" pitchFamily="34" charset="0"/>
              </a:rPr>
              <a:t>SELURUH WARGA NEGARA, MAKA AKAN TERWUJUD</a:t>
            </a:r>
          </a:p>
          <a:p>
            <a:r>
              <a:rPr lang="en-US" sz="1400" dirty="0" smtClean="0">
                <a:latin typeface="Franklin Gothic Demi Cond" pitchFamily="34" charset="0"/>
              </a:rPr>
              <a:t>TATA KELOLA PEMERINTAHAN YANG BAIK. </a:t>
            </a:r>
            <a:r>
              <a:rPr lang="en-US" sz="1400" dirty="0" err="1" smtClean="0">
                <a:latin typeface="Franklin Gothic Demi Cond" pitchFamily="34" charset="0"/>
              </a:rPr>
              <a:t>pada</a:t>
            </a:r>
            <a:r>
              <a:rPr lang="en-US" sz="1400" dirty="0" smtClean="0">
                <a:latin typeface="Franklin Gothic Demi Cond" pitchFamily="34" charset="0"/>
              </a:rPr>
              <a:t> </a:t>
            </a:r>
            <a:r>
              <a:rPr lang="en-US" sz="1400" dirty="0" err="1" smtClean="0">
                <a:latin typeface="Franklin Gothic Demi Cond" pitchFamily="34" charset="0"/>
              </a:rPr>
              <a:t>gilirannya</a:t>
            </a:r>
            <a:endParaRPr lang="en-US" sz="1400" dirty="0" smtClean="0">
              <a:latin typeface="Franklin Gothic Demi Cond" pitchFamily="34" charset="0"/>
            </a:endParaRPr>
          </a:p>
          <a:p>
            <a:r>
              <a:rPr lang="en-US" sz="1400" dirty="0" smtClean="0">
                <a:latin typeface="Franklin Gothic Demi Cond" pitchFamily="34" charset="0"/>
              </a:rPr>
              <a:t>CITA-CITA DAN TUJUAN</a:t>
            </a:r>
          </a:p>
          <a:p>
            <a:r>
              <a:rPr lang="en-US" sz="1400" dirty="0" smtClean="0">
                <a:latin typeface="Franklin Gothic Demi Cond" pitchFamily="34" charset="0"/>
              </a:rPr>
              <a:t>NEGARA DAPAT DIWUJUDKAN SECARA BERTAHAP DAN BERKESINAMBUNGAN.</a:t>
            </a:r>
            <a:endParaRPr lang="en-US" sz="1400" dirty="0">
              <a:latin typeface="Franklin Gothic Demi Cond" pitchFamily="34" charset="0"/>
            </a:endParaRPr>
          </a:p>
        </p:txBody>
      </p:sp>
      <p:sp>
        <p:nvSpPr>
          <p:cNvPr id="18" name="Right Arrow 17"/>
          <p:cNvSpPr/>
          <p:nvPr/>
        </p:nvSpPr>
        <p:spPr>
          <a:xfrm>
            <a:off x="6516216" y="2193939"/>
            <a:ext cx="449464" cy="3621783"/>
          </a:xfrm>
          <a:prstGeom prst="rightArrow">
            <a:avLst>
              <a:gd name="adj1" fmla="val 59476"/>
              <a:gd name="adj2" fmla="val 50000"/>
            </a:avLst>
          </a:prstGeom>
          <a:solidFill>
            <a:schemeClr val="tx1"/>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2" name="Rounded Rectangle 1"/>
          <p:cNvSpPr/>
          <p:nvPr/>
        </p:nvSpPr>
        <p:spPr>
          <a:xfrm>
            <a:off x="1005136" y="332656"/>
            <a:ext cx="6303168" cy="648072"/>
          </a:xfrm>
          <a:prstGeom prst="roundRect">
            <a:avLst>
              <a:gd name="adj" fmla="val 11628"/>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smtClean="0">
                <a:solidFill>
                  <a:srgbClr val="FFC000"/>
                </a:solidFill>
                <a:latin typeface="Franklin Gothic Demi Cond" pitchFamily="34" charset="0"/>
              </a:rPr>
              <a:t>URGENSI </a:t>
            </a:r>
            <a:r>
              <a:rPr lang="id-ID" dirty="0" smtClean="0">
                <a:solidFill>
                  <a:srgbClr val="FFC000"/>
                </a:solidFill>
                <a:latin typeface="Franklin Gothic Demi Cond" pitchFamily="34" charset="0"/>
              </a:rPr>
              <a:t>PANCASILA </a:t>
            </a:r>
            <a:r>
              <a:rPr lang="id-ID" dirty="0">
                <a:solidFill>
                  <a:srgbClr val="FFC000"/>
                </a:solidFill>
                <a:latin typeface="Franklin Gothic Demi Cond" pitchFamily="34" charset="0"/>
              </a:rPr>
              <a:t>SEBAGAI </a:t>
            </a:r>
            <a:endParaRPr lang="en-US" dirty="0" smtClean="0">
              <a:solidFill>
                <a:srgbClr val="FFC000"/>
              </a:solidFill>
              <a:latin typeface="Franklin Gothic Demi Cond" pitchFamily="34" charset="0"/>
            </a:endParaRPr>
          </a:p>
          <a:p>
            <a:pPr lvl="0" algn="ctr"/>
            <a:r>
              <a:rPr lang="id-ID" dirty="0" smtClean="0">
                <a:solidFill>
                  <a:srgbClr val="FFC000"/>
                </a:solidFill>
                <a:latin typeface="Franklin Gothic Demi Cond" pitchFamily="34" charset="0"/>
              </a:rPr>
              <a:t>DASAR </a:t>
            </a:r>
            <a:r>
              <a:rPr lang="id-ID" dirty="0">
                <a:solidFill>
                  <a:srgbClr val="FFC000"/>
                </a:solidFill>
                <a:latin typeface="Franklin Gothic Demi Cond" pitchFamily="34" charset="0"/>
              </a:rPr>
              <a:t>NEGARA</a:t>
            </a:r>
            <a:endParaRPr lang="id-ID" dirty="0">
              <a:solidFill>
                <a:srgbClr val="FFC000"/>
              </a:solidFill>
              <a:latin typeface="Bernard MT Condensed" pitchFamily="18" charset="0"/>
            </a:endParaRPr>
          </a:p>
        </p:txBody>
      </p:sp>
      <p:sp>
        <p:nvSpPr>
          <p:cNvPr id="3" name="Oval 2"/>
          <p:cNvSpPr/>
          <p:nvPr/>
        </p:nvSpPr>
        <p:spPr>
          <a:xfrm>
            <a:off x="827584" y="404664"/>
            <a:ext cx="457200" cy="504056"/>
          </a:xfrm>
          <a:prstGeom prst="ellipse">
            <a:avLst/>
          </a:prstGeom>
          <a:solidFill>
            <a:srgbClr val="50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rnard MT Condensed" pitchFamily="18" charset="0"/>
              </a:rPr>
              <a:t>2</a:t>
            </a:r>
          </a:p>
        </p:txBody>
      </p:sp>
      <p:sp>
        <p:nvSpPr>
          <p:cNvPr id="7" name="Rounded Rectangle 6"/>
          <p:cNvSpPr/>
          <p:nvPr/>
        </p:nvSpPr>
        <p:spPr>
          <a:xfrm>
            <a:off x="1642388" y="1722511"/>
            <a:ext cx="1569436" cy="1291284"/>
          </a:xfrm>
          <a:prstGeom prst="roundRect">
            <a:avLst>
              <a:gd name="adj" fmla="val 4762"/>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400" dirty="0">
                <a:solidFill>
                  <a:schemeClr val="tx1"/>
                </a:solidFill>
                <a:latin typeface="Franklin Gothic Demi Cond" pitchFamily="34" charset="0"/>
              </a:rPr>
              <a:t>PENDEKATAN KELEMBAGAAN</a:t>
            </a:r>
            <a:endParaRPr lang="id-ID" sz="1400" dirty="0">
              <a:solidFill>
                <a:schemeClr val="tx1"/>
              </a:solidFill>
              <a:latin typeface="Bernard MT Condensed" pitchFamily="18" charset="0"/>
            </a:endParaRPr>
          </a:p>
        </p:txBody>
      </p:sp>
      <p:sp>
        <p:nvSpPr>
          <p:cNvPr id="10" name="Rounded Rectangle 9"/>
          <p:cNvSpPr/>
          <p:nvPr/>
        </p:nvSpPr>
        <p:spPr>
          <a:xfrm>
            <a:off x="1634412" y="3284984"/>
            <a:ext cx="1569436" cy="2880320"/>
          </a:xfrm>
          <a:prstGeom prst="roundRect">
            <a:avLst>
              <a:gd name="adj" fmla="val 4762"/>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400" dirty="0">
                <a:solidFill>
                  <a:schemeClr val="tx1"/>
                </a:solidFill>
                <a:latin typeface="Franklin Gothic Demi Cond" pitchFamily="34" charset="0"/>
              </a:rPr>
              <a:t>PENDEKATAN PERSONAL</a:t>
            </a:r>
            <a:endParaRPr lang="id-ID" sz="1400" dirty="0">
              <a:solidFill>
                <a:schemeClr val="tx1"/>
              </a:solidFill>
              <a:latin typeface="Bernard MT Condensed" pitchFamily="18" charset="0"/>
            </a:endParaRPr>
          </a:p>
        </p:txBody>
      </p:sp>
      <p:sp>
        <p:nvSpPr>
          <p:cNvPr id="12" name="Rounded Rectangle 11"/>
          <p:cNvSpPr/>
          <p:nvPr/>
        </p:nvSpPr>
        <p:spPr>
          <a:xfrm>
            <a:off x="1349558" y="1938536"/>
            <a:ext cx="230764" cy="914400"/>
          </a:xfrm>
          <a:prstGeom prst="roundRect">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1342526" y="4314799"/>
            <a:ext cx="230764" cy="914400"/>
          </a:xfrm>
          <a:prstGeom prst="roundRect">
            <a:avLst/>
          </a:prstGeom>
          <a:solidFill>
            <a:schemeClr val="tx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1284784" y="1052736"/>
            <a:ext cx="5807496" cy="523220"/>
          </a:xfrm>
          <a:prstGeom prst="rect">
            <a:avLst/>
          </a:prstGeom>
        </p:spPr>
        <p:txBody>
          <a:bodyPr wrap="square">
            <a:spAutoFit/>
          </a:bodyPr>
          <a:lstStyle/>
          <a:p>
            <a:r>
              <a:rPr lang="en-US" sz="1400" b="1" dirty="0" err="1">
                <a:solidFill>
                  <a:schemeClr val="bg1"/>
                </a:solidFill>
              </a:rPr>
              <a:t>Untuk</a:t>
            </a:r>
            <a:r>
              <a:rPr lang="en-US" sz="1400" b="1" dirty="0">
                <a:solidFill>
                  <a:schemeClr val="bg1"/>
                </a:solidFill>
              </a:rPr>
              <a:t> </a:t>
            </a:r>
            <a:r>
              <a:rPr lang="en-US" sz="1400" b="1" dirty="0" err="1">
                <a:solidFill>
                  <a:schemeClr val="bg1"/>
                </a:solidFill>
              </a:rPr>
              <a:t>memahami</a:t>
            </a:r>
            <a:r>
              <a:rPr lang="en-US" sz="1400" b="1" dirty="0">
                <a:solidFill>
                  <a:schemeClr val="bg1"/>
                </a:solidFill>
              </a:rPr>
              <a:t> </a:t>
            </a:r>
            <a:r>
              <a:rPr lang="en-US" sz="1400" b="1" dirty="0" err="1">
                <a:solidFill>
                  <a:schemeClr val="bg1"/>
                </a:solidFill>
              </a:rPr>
              <a:t>urgensi</a:t>
            </a:r>
            <a:r>
              <a:rPr lang="en-US" sz="1400" b="1" dirty="0">
                <a:solidFill>
                  <a:schemeClr val="bg1"/>
                </a:solidFill>
              </a:rPr>
              <a:t> </a:t>
            </a:r>
            <a:r>
              <a:rPr lang="en-US" sz="1400" b="1" dirty="0" err="1">
                <a:solidFill>
                  <a:schemeClr val="bg1"/>
                </a:solidFill>
              </a:rPr>
              <a:t>Pancasila</a:t>
            </a:r>
            <a:r>
              <a:rPr lang="en-US" sz="1400" b="1" dirty="0">
                <a:solidFill>
                  <a:schemeClr val="bg1"/>
                </a:solidFill>
              </a:rPr>
              <a:t> </a:t>
            </a:r>
            <a:r>
              <a:rPr lang="en-US" sz="1400" b="1" dirty="0" err="1">
                <a:solidFill>
                  <a:schemeClr val="bg1"/>
                </a:solidFill>
              </a:rPr>
              <a:t>sebagai</a:t>
            </a:r>
            <a:r>
              <a:rPr lang="en-US" sz="1400" b="1" dirty="0">
                <a:solidFill>
                  <a:schemeClr val="bg1"/>
                </a:solidFill>
              </a:rPr>
              <a:t> </a:t>
            </a:r>
            <a:r>
              <a:rPr lang="en-US" sz="1400" b="1" dirty="0" err="1">
                <a:solidFill>
                  <a:schemeClr val="bg1"/>
                </a:solidFill>
              </a:rPr>
              <a:t>dasar</a:t>
            </a:r>
            <a:r>
              <a:rPr lang="en-US" sz="1400" b="1" dirty="0">
                <a:solidFill>
                  <a:schemeClr val="bg1"/>
                </a:solidFill>
              </a:rPr>
              <a:t> </a:t>
            </a:r>
            <a:r>
              <a:rPr lang="en-US" sz="1400" b="1" dirty="0" err="1">
                <a:solidFill>
                  <a:schemeClr val="bg1"/>
                </a:solidFill>
              </a:rPr>
              <a:t>negara</a:t>
            </a:r>
            <a:r>
              <a:rPr lang="en-US" sz="1400" b="1" dirty="0">
                <a:solidFill>
                  <a:schemeClr val="bg1"/>
                </a:solidFill>
              </a:rPr>
              <a:t>, </a:t>
            </a:r>
            <a:r>
              <a:rPr lang="en-US" sz="1400" b="1" dirty="0" err="1">
                <a:solidFill>
                  <a:schemeClr val="bg1"/>
                </a:solidFill>
              </a:rPr>
              <a:t>dapat</a:t>
            </a:r>
            <a:endParaRPr lang="en-US" sz="1400" b="1" dirty="0">
              <a:solidFill>
                <a:schemeClr val="bg1"/>
              </a:solidFill>
            </a:endParaRPr>
          </a:p>
          <a:p>
            <a:r>
              <a:rPr lang="en-US" sz="1400" b="1" dirty="0" err="1">
                <a:solidFill>
                  <a:schemeClr val="bg1"/>
                </a:solidFill>
              </a:rPr>
              <a:t>menggunakan</a:t>
            </a:r>
            <a:r>
              <a:rPr lang="en-US" sz="1400" b="1" dirty="0">
                <a:solidFill>
                  <a:schemeClr val="bg1"/>
                </a:solidFill>
              </a:rPr>
              <a:t> 2 (</a:t>
            </a:r>
            <a:r>
              <a:rPr lang="en-US" sz="1400" b="1" dirty="0" err="1">
                <a:solidFill>
                  <a:schemeClr val="bg1"/>
                </a:solidFill>
              </a:rPr>
              <a:t>dua</a:t>
            </a:r>
            <a:r>
              <a:rPr lang="en-US" sz="1400" b="1" dirty="0">
                <a:solidFill>
                  <a:schemeClr val="bg1"/>
                </a:solidFill>
              </a:rPr>
              <a:t>) </a:t>
            </a:r>
            <a:r>
              <a:rPr lang="en-US" sz="1400" b="1" dirty="0" err="1">
                <a:solidFill>
                  <a:schemeClr val="bg1"/>
                </a:solidFill>
              </a:rPr>
              <a:t>pendekatan</a:t>
            </a:r>
            <a:endParaRPr lang="en-US" sz="1400" b="1" dirty="0">
              <a:solidFill>
                <a:schemeClr val="bg1"/>
              </a:solidFill>
            </a:endParaRPr>
          </a:p>
        </p:txBody>
      </p:sp>
      <p:sp>
        <p:nvSpPr>
          <p:cNvPr id="6" name="Rectangle 5"/>
          <p:cNvSpPr/>
          <p:nvPr/>
        </p:nvSpPr>
        <p:spPr>
          <a:xfrm>
            <a:off x="3240360" y="1628800"/>
            <a:ext cx="3419872" cy="1384995"/>
          </a:xfrm>
          <a:prstGeom prst="rect">
            <a:avLst/>
          </a:prstGeom>
        </p:spPr>
        <p:txBody>
          <a:bodyPr wrap="square">
            <a:spAutoFit/>
          </a:bodyPr>
          <a:lstStyle/>
          <a:p>
            <a:pPr algn="just"/>
            <a:r>
              <a:rPr lang="en-US" sz="1200" dirty="0" smtClean="0">
                <a:solidFill>
                  <a:srgbClr val="FFFF00"/>
                </a:solidFill>
                <a:latin typeface="Franklin Gothic Demi Cond" pitchFamily="34" charset="0"/>
              </a:rPr>
              <a:t>MEMBENTUK DAN MENYELENGGARAKAN NEGARA YANG BERSUMBER PADA NILAINILAI PANCASILA SEHINGGA NEGARA INDONESIA MEMENUHI UNSUR - UNSUR SBG NEGARA MODERN, YG MENJAMIN TERWUJUDNYA TUJUAN NEGARA ATAU TERPENUHINYA KEPENTINGAN NASIONAL , YANG BERMUARA PADA TERWUJUDNYA MASYARAKAT ADIL DAN MAKMUR</a:t>
            </a:r>
            <a:endParaRPr lang="en-US" sz="1200" dirty="0">
              <a:solidFill>
                <a:srgbClr val="FFFF00"/>
              </a:solidFill>
              <a:latin typeface="Franklin Gothic Demi Cond" pitchFamily="34" charset="0"/>
            </a:endParaRPr>
          </a:p>
        </p:txBody>
      </p:sp>
      <p:sp>
        <p:nvSpPr>
          <p:cNvPr id="15" name="Rectangle 14"/>
          <p:cNvSpPr/>
          <p:nvPr/>
        </p:nvSpPr>
        <p:spPr>
          <a:xfrm>
            <a:off x="3203848" y="3284984"/>
            <a:ext cx="3456384" cy="1569660"/>
          </a:xfrm>
          <a:prstGeom prst="rect">
            <a:avLst/>
          </a:prstGeom>
        </p:spPr>
        <p:txBody>
          <a:bodyPr wrap="square">
            <a:spAutoFit/>
          </a:bodyPr>
          <a:lstStyle/>
          <a:p>
            <a:pPr algn="just"/>
            <a:r>
              <a:rPr lang="en-US" sz="1200" dirty="0" smtClean="0">
                <a:solidFill>
                  <a:srgbClr val="FFFF00"/>
                </a:solidFill>
                <a:latin typeface="Franklin Gothic Demi Cond" pitchFamily="34" charset="0"/>
              </a:rPr>
              <a:t>ORANG-ORANG YANG MEMEGANG JABATAN DALAM PEMERINTAHAN (APARATUR NEGARA) YANG MELAKSANAKAN NILAI-NILAI PANCASILA SECARA MURNI DAN KONSEKUEN DI DALAM PEMENUHAN TUGAS DAN TANGGUNG JAWABNYA SEHINGGA</a:t>
            </a:r>
          </a:p>
          <a:p>
            <a:pPr algn="just"/>
            <a:r>
              <a:rPr lang="en-US" sz="1200" dirty="0" smtClean="0">
                <a:solidFill>
                  <a:srgbClr val="FFFF00"/>
                </a:solidFill>
                <a:latin typeface="Franklin Gothic Demi Cond" pitchFamily="34" charset="0"/>
              </a:rPr>
              <a:t>FORMULASI KEBIJAKAN NEGARA AKAN MENGHASILKAN KEBIJAKAN YANG MENGEJAWANTAHKAN KEPENTINGAN RAKYAT</a:t>
            </a:r>
            <a:endParaRPr lang="en-US" sz="1200" dirty="0">
              <a:solidFill>
                <a:srgbClr val="FFFF00"/>
              </a:solidFill>
              <a:latin typeface="Franklin Gothic Demi Cond" pitchFamily="34" charset="0"/>
            </a:endParaRPr>
          </a:p>
        </p:txBody>
      </p:sp>
      <p:sp>
        <p:nvSpPr>
          <p:cNvPr id="16" name="Rectangle 15"/>
          <p:cNvSpPr/>
          <p:nvPr/>
        </p:nvSpPr>
        <p:spPr>
          <a:xfrm>
            <a:off x="3203848" y="5031542"/>
            <a:ext cx="3456384" cy="1200329"/>
          </a:xfrm>
          <a:prstGeom prst="rect">
            <a:avLst/>
          </a:prstGeom>
        </p:spPr>
        <p:txBody>
          <a:bodyPr wrap="square">
            <a:spAutoFit/>
          </a:bodyPr>
          <a:lstStyle/>
          <a:p>
            <a:pPr algn="just"/>
            <a:r>
              <a:rPr lang="en-US" sz="1200" dirty="0" smtClean="0">
                <a:solidFill>
                  <a:srgbClr val="FFFF00"/>
                </a:solidFill>
                <a:latin typeface="Franklin Gothic Demi Cond" pitchFamily="34" charset="0"/>
              </a:rPr>
              <a:t>WARGA NEGARA YANG BERGERAK DALAM BERBAGAI BIDANG KEHIDUPAN SELALU MENJADIKAN  NILAI-NILAI PANCASILA SEBAGAI KAIDAH PENUNTUN BERETIKA DALAM KEHIDUPAN BERMASYARAKAT, BERBANGSA, DAN BERNEGARA DALAM SUASANA KEHIDUPAN YANG HARMONIS.</a:t>
            </a:r>
            <a:endParaRPr lang="en-US" sz="1200" dirty="0">
              <a:solidFill>
                <a:srgbClr val="FFFF00"/>
              </a:solidFill>
              <a:latin typeface="Franklin Gothic Demi Cond" pitchFamily="34" charset="0"/>
            </a:endParaRPr>
          </a:p>
        </p:txBody>
      </p:sp>
      <p:sp>
        <p:nvSpPr>
          <p:cNvPr id="14" name="Rounded Rectangle 13"/>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17</a:t>
            </a:r>
            <a:endParaRPr lang="id-ID" dirty="0">
              <a:solidFill>
                <a:srgbClr val="FFC000"/>
              </a:solidFill>
              <a:latin typeface="Franklin Gothic Demi Cond" pitchFamily="34" charset="0"/>
            </a:endParaRPr>
          </a:p>
        </p:txBody>
      </p:sp>
      <p:pic>
        <p:nvPicPr>
          <p:cNvPr id="19" name="Picture 37" descr="garuda"/>
          <p:cNvPicPr>
            <a:picLocks noChangeAspect="1" noChangeArrowheads="1"/>
          </p:cNvPicPr>
          <p:nvPr/>
        </p:nvPicPr>
        <p:blipFill>
          <a:blip r:embed="rId2"/>
          <a:srcRect/>
          <a:stretch>
            <a:fillRect/>
          </a:stretch>
        </p:blipFill>
        <p:spPr bwMode="auto">
          <a:xfrm>
            <a:off x="8115436" y="217274"/>
            <a:ext cx="828092" cy="884730"/>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22130665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8316416" y="6309320"/>
            <a:ext cx="570150" cy="360040"/>
          </a:xfrm>
          <a:prstGeom prst="roundRect">
            <a:avLst/>
          </a:prstGeom>
          <a:solidFill>
            <a:srgbClr val="461F6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C000"/>
                </a:solidFill>
                <a:latin typeface="Franklin Gothic Demi Cond" pitchFamily="34" charset="0"/>
              </a:rPr>
              <a:t>18</a:t>
            </a:r>
            <a:endParaRPr lang="id-ID" dirty="0">
              <a:solidFill>
                <a:srgbClr val="FFC000"/>
              </a:solidFill>
              <a:latin typeface="Franklin Gothic Demi Cond" pitchFamily="34" charset="0"/>
            </a:endParaRPr>
          </a:p>
        </p:txBody>
      </p:sp>
      <p:pic>
        <p:nvPicPr>
          <p:cNvPr id="19" name="Picture 37" descr="garuda"/>
          <p:cNvPicPr>
            <a:picLocks noChangeAspect="1" noChangeArrowheads="1"/>
          </p:cNvPicPr>
          <p:nvPr/>
        </p:nvPicPr>
        <p:blipFill>
          <a:blip r:embed="rId2"/>
          <a:srcRect/>
          <a:stretch>
            <a:fillRect/>
          </a:stretch>
        </p:blipFill>
        <p:spPr bwMode="auto">
          <a:xfrm>
            <a:off x="3707903" y="1700808"/>
            <a:ext cx="1819753" cy="1944216"/>
          </a:xfrm>
          <a:prstGeom prst="rect">
            <a:avLst/>
          </a:prstGeom>
          <a:solidFill>
            <a:srgbClr val="FF3300"/>
          </a:solidFill>
          <a:ln w="38100">
            <a:solidFill>
              <a:srgbClr val="FF3300"/>
            </a:solidFill>
            <a:miter lim="800000"/>
            <a:headEnd/>
            <a:tailEnd/>
          </a:ln>
          <a:scene3d>
            <a:camera prst="orthographicFront"/>
            <a:lightRig rig="threePt" dir="t"/>
          </a:scene3d>
          <a:sp3d>
            <a:bevelT prst="slope"/>
          </a:sp3d>
        </p:spPr>
      </p:pic>
    </p:spTree>
    <p:extLst>
      <p:ext uri="{BB962C8B-B14F-4D97-AF65-F5344CB8AC3E}">
        <p14:creationId xmlns:p14="http://schemas.microsoft.com/office/powerpoint/2010/main" val="13239768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2897</TotalTime>
  <Words>1999</Words>
  <Application>Microsoft Office PowerPoint</Application>
  <PresentationFormat>On-screen Show (4:3)</PresentationFormat>
  <Paragraphs>355</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tantular</cp:lastModifiedBy>
  <cp:revision>246</cp:revision>
  <dcterms:created xsi:type="dcterms:W3CDTF">2019-09-19T12:43:24Z</dcterms:created>
  <dcterms:modified xsi:type="dcterms:W3CDTF">2021-10-11T05:12:36Z</dcterms:modified>
</cp:coreProperties>
</file>