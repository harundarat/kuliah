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79" r:id="rId2"/>
    <p:sldId id="515" r:id="rId3"/>
    <p:sldId id="482" r:id="rId4"/>
    <p:sldId id="562" r:id="rId5"/>
    <p:sldId id="561" r:id="rId6"/>
  </p:sldIdLst>
  <p:sldSz cx="9144000" cy="6858000" type="screen4x3"/>
  <p:notesSz cx="6858000" cy="99456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00000"/>
    <a:srgbClr val="8B8BFF"/>
    <a:srgbClr val="A161D1"/>
    <a:srgbClr val="632A8E"/>
    <a:srgbClr val="3D3923"/>
    <a:srgbClr val="005024"/>
    <a:srgbClr val="39471D"/>
    <a:srgbClr val="210E30"/>
    <a:srgbClr val="421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73" autoAdjust="0"/>
    <p:restoredTop sz="48403" autoAdjust="0"/>
  </p:normalViewPr>
  <p:slideViewPr>
    <p:cSldViewPr>
      <p:cViewPr>
        <p:scale>
          <a:sx n="90" d="100"/>
          <a:sy n="90" d="100"/>
        </p:scale>
        <p:origin x="-1200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46125"/>
            <a:ext cx="4975225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4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5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10/11/2021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3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3947196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43756" y="3295353"/>
            <a:ext cx="6912768" cy="1501799"/>
          </a:xfrm>
          <a:prstGeom prst="roundRect">
            <a:avLst>
              <a:gd name="adj" fmla="val 4962"/>
            </a:avLst>
          </a:prstGeom>
          <a:solidFill>
            <a:srgbClr val="FFFF00"/>
          </a:solidFill>
          <a:ln w="28575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2800" dirty="0">
                <a:solidFill>
                  <a:srgbClr val="3E1B59"/>
                </a:solidFill>
                <a:latin typeface="Bernard MT Condensed" pitchFamily="18" charset="0"/>
              </a:rPr>
              <a:t>BAGAIMANA PANCASILA MENJADI </a:t>
            </a:r>
          </a:p>
          <a:p>
            <a:r>
              <a:rPr lang="en-US" sz="2800" dirty="0">
                <a:solidFill>
                  <a:srgbClr val="3E1B59"/>
                </a:solidFill>
                <a:latin typeface="Bernard MT Condensed" pitchFamily="18" charset="0"/>
              </a:rPr>
              <a:t>DASAR NEGARA REPUBLIK INDONESIA?</a:t>
            </a:r>
            <a:endParaRPr lang="id-ID" sz="2800" b="1" spc="150" dirty="0">
              <a:ln w="11430">
                <a:noFill/>
              </a:ln>
              <a:solidFill>
                <a:srgbClr val="3E1B59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 rot="16200000">
            <a:off x="312897" y="3727401"/>
            <a:ext cx="1501799" cy="637703"/>
          </a:xfrm>
          <a:prstGeom prst="roundRect">
            <a:avLst>
              <a:gd name="adj" fmla="val 9164"/>
            </a:avLst>
          </a:prstGeom>
          <a:solidFill>
            <a:srgbClr val="421C5E"/>
          </a:solidFill>
          <a:ln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BAB </a:t>
            </a:r>
            <a:r>
              <a:rPr lang="en-US" sz="32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III</a:t>
            </a:r>
            <a:endParaRPr lang="en-US" sz="32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5486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1556792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3516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5486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7647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3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269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2316" y="692695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5449" y="692696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D I S K U S I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25449" y="1484784"/>
            <a:ext cx="5040560" cy="637703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KETENTUAN </a:t>
            </a:r>
            <a:endParaRPr lang="en-US" sz="36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664122" y="2069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2" name="Oval 11"/>
          <p:cNvSpPr/>
          <p:nvPr/>
        </p:nvSpPr>
        <p:spPr>
          <a:xfrm flipH="1">
            <a:off x="1653489" y="2564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1653489" y="3319043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Oval 13"/>
          <p:cNvSpPr/>
          <p:nvPr/>
        </p:nvSpPr>
        <p:spPr>
          <a:xfrm flipH="1">
            <a:off x="1653489" y="5410280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0672" y="1988840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Buatlah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dg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anggota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5 – 10 orang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13095" y="2500145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Tunjuk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Ketua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dan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Sekretaris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13095" y="2996952"/>
            <a:ext cx="6463828" cy="1152128"/>
          </a:xfrm>
          <a:prstGeom prst="roundRect">
            <a:avLst>
              <a:gd name="adj" fmla="val 579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Hasil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diskusi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ditulis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tangan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dikirim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(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per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)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WA </a:t>
            </a:r>
            <a:r>
              <a:rPr lang="en-US" sz="2000" b="1" spc="50" dirty="0" smtClean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GRUP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20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menit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sebelum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akhir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waktu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kuliah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PPKN (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sesuai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kelas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)  format 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PDF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.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13095" y="5085184"/>
            <a:ext cx="6463828" cy="1032152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Ditulis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pula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nama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–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nama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&amp;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nim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anggota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beserta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jabatannya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flipH="1">
            <a:off x="1184082" y="1671915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55531" y="4149080"/>
            <a:ext cx="6463828" cy="824412"/>
          </a:xfrm>
          <a:prstGeom prst="roundRect">
            <a:avLst>
              <a:gd name="adj" fmla="val 579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Penulisan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identitas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: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3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_nama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kelompok_ppkn_kelas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 flipH="1">
            <a:off x="1670414" y="4327155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4798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6" grpId="0"/>
      <p:bldP spid="17" grpId="0"/>
      <p:bldP spid="18" grpId="0"/>
      <p:bldP spid="19" grpId="0"/>
      <p:bldP spid="21" grpId="0" animBg="1"/>
      <p:bldP spid="20" grpId="0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5449" y="332656"/>
            <a:ext cx="2254463" cy="792088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MATERI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TENTANG</a:t>
            </a: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endParaRPr lang="en-US" sz="36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664122" y="2213920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1664121" y="3356992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23728" y="2132856"/>
            <a:ext cx="6463828" cy="648072"/>
          </a:xfrm>
          <a:prstGeom prst="roundRect">
            <a:avLst>
              <a:gd name="adj" fmla="val 6783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GAMBARKAN  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PIRAMIDA HIERARKI </a:t>
            </a:r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</a:rPr>
              <a:t>PERATURAN </a:t>
            </a:r>
            <a:r>
              <a:rPr lang="en-US" sz="1400" u="sng" dirty="0" smtClean="0">
                <a:solidFill>
                  <a:srgbClr val="0000FF"/>
                </a:solidFill>
                <a:latin typeface="Franklin Gothic Demi Cond" pitchFamily="34" charset="0"/>
              </a:rPr>
              <a:t>PERUNDANG-UNDANGAN  </a:t>
            </a:r>
            <a:r>
              <a:rPr lang="en-US" sz="1400" u="sng" dirty="0" err="1" smtClean="0">
                <a:solidFill>
                  <a:srgbClr val="0000FF"/>
                </a:solidFill>
                <a:latin typeface="Franklin Gothic Demi Cond" pitchFamily="34" charset="0"/>
              </a:rPr>
              <a:t>berdasarkan</a:t>
            </a:r>
            <a:r>
              <a:rPr lang="en-US" sz="1400" u="sng" dirty="0" smtClean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endParaRPr lang="en-US" sz="1400" u="sng" dirty="0">
              <a:solidFill>
                <a:srgbClr val="0000FF"/>
              </a:solidFill>
              <a:latin typeface="Franklin Gothic Demi Cond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</a:rPr>
              <a:t>UU  12 </a:t>
            </a:r>
            <a:r>
              <a:rPr lang="en-US" sz="1400" dirty="0" err="1">
                <a:solidFill>
                  <a:srgbClr val="0000FF"/>
                </a:solidFill>
                <a:latin typeface="Franklin Gothic Demi Cond" pitchFamily="34" charset="0"/>
              </a:rPr>
              <a:t>tahun</a:t>
            </a:r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2011,  </a:t>
            </a:r>
            <a:r>
              <a:rPr lang="en-US" sz="1400" dirty="0" err="1" smtClean="0">
                <a:solidFill>
                  <a:srgbClr val="0000FF"/>
                </a:solidFill>
                <a:latin typeface="Franklin Gothic Demi Cond" pitchFamily="34" charset="0"/>
              </a:rPr>
              <a:t>dan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   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APA URGENSI PANCASILA TERKAIT HAL TERSEBUT  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?</a:t>
            </a:r>
            <a:endParaRPr lang="en-US" sz="14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3203848" y="260648"/>
            <a:ext cx="4320480" cy="944344"/>
          </a:xfrm>
          <a:prstGeom prst="roundRect">
            <a:avLst>
              <a:gd name="adj" fmla="val 1050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  <a:sp3d extrusionH="57150">
              <a:bevelT w="38100" h="38100"/>
            </a:sp3d>
          </a:bodyPr>
          <a:lstStyle/>
          <a:p>
            <a:pPr marL="1254125" eaLnBrk="1" hangingPunct="1">
              <a:defRPr/>
            </a:pPr>
            <a:r>
              <a:rPr lang="en-US" sz="2400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Stencil" pitchFamily="82" charset="0"/>
                <a:cs typeface="Arial" pitchFamily="34" charset="0"/>
              </a:rPr>
              <a:t>NILAI - NILAI </a:t>
            </a:r>
            <a:r>
              <a:rPr lang="en-US" sz="2800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Stencil" pitchFamily="82" charset="0"/>
                <a:cs typeface="Arial" pitchFamily="34" charset="0"/>
              </a:rPr>
              <a:t>PANCASILA</a:t>
            </a:r>
            <a:endParaRPr lang="id-ID" sz="2800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Stencil" pitchFamily="82" charset="0"/>
              <a:cs typeface="Arial" pitchFamily="34" charset="0"/>
            </a:endParaRPr>
          </a:p>
        </p:txBody>
      </p:sp>
      <p:pic>
        <p:nvPicPr>
          <p:cNvPr id="23" name="Picture 2" descr="Makna Lambang Garuda Pancasil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" r="3362"/>
          <a:stretch/>
        </p:blipFill>
        <p:spPr bwMode="auto">
          <a:xfrm>
            <a:off x="3366151" y="451669"/>
            <a:ext cx="694934" cy="576064"/>
          </a:xfrm>
          <a:prstGeom prst="roundRect">
            <a:avLst>
              <a:gd name="adj" fmla="val 428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ounded Rectangle 23"/>
          <p:cNvSpPr/>
          <p:nvPr/>
        </p:nvSpPr>
        <p:spPr>
          <a:xfrm flipH="1">
            <a:off x="1134266" y="341712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2" name="Oval 11"/>
          <p:cNvSpPr/>
          <p:nvPr/>
        </p:nvSpPr>
        <p:spPr>
          <a:xfrm flipH="1">
            <a:off x="1653489" y="4615187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18449" y="4497100"/>
            <a:ext cx="6463828" cy="516076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Selamat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berdiskusi</a:t>
            </a:r>
            <a:endParaRPr lang="en-US" sz="28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35763" y="5928788"/>
            <a:ext cx="5256584" cy="792088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TERIMA KASIH</a:t>
            </a:r>
            <a:endParaRPr lang="en-US" sz="36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 flipH="1">
            <a:off x="926975" y="6125838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" name="L-Shape 1"/>
          <p:cNvSpPr/>
          <p:nvPr/>
        </p:nvSpPr>
        <p:spPr>
          <a:xfrm>
            <a:off x="1289580" y="2132856"/>
            <a:ext cx="7284920" cy="3168352"/>
          </a:xfrm>
          <a:prstGeom prst="corner">
            <a:avLst>
              <a:gd name="adj1" fmla="val 5031"/>
              <a:gd name="adj2" fmla="val 6038"/>
            </a:avLst>
          </a:prstGeom>
          <a:solidFill>
            <a:srgbClr val="8B8BFF"/>
          </a:solidFill>
          <a:ln>
            <a:solidFill>
              <a:srgbClr val="3D39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123728" y="3212976"/>
            <a:ext cx="6463828" cy="936104"/>
          </a:xfrm>
          <a:prstGeom prst="roundRect">
            <a:avLst>
              <a:gd name="adj" fmla="val 544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/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DALAM PENDEKATAN PERSONAL SEBAGAI WARGA NEGARA , 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APA URGENSI PANCASILA  DALAM KEHIDUPAN  BERMASYARAKAT  SEHARI-HARI ?</a:t>
            </a:r>
            <a:endParaRPr lang="en-US" sz="14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just"/>
            <a:endParaRPr lang="en-US" sz="14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just"/>
            <a:endParaRPr lang="id-ID" sz="1400" dirty="0">
              <a:solidFill>
                <a:srgbClr val="0000FF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88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6" grpId="0"/>
      <p:bldP spid="24" grpId="0" animBg="1"/>
      <p:bldP spid="12" grpId="0" animBg="1"/>
      <p:bldP spid="14" grpId="0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9541</TotalTime>
  <Words>146</Words>
  <Application>Microsoft Office PowerPoint</Application>
  <PresentationFormat>On-screen Show (4:3)</PresentationFormat>
  <Paragraphs>37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940</cp:revision>
  <cp:lastPrinted>2019-08-05T16:04:30Z</cp:lastPrinted>
  <dcterms:created xsi:type="dcterms:W3CDTF">2017-12-16T16:52:32Z</dcterms:created>
  <dcterms:modified xsi:type="dcterms:W3CDTF">2021-10-10T22:37:35Z</dcterms:modified>
</cp:coreProperties>
</file>