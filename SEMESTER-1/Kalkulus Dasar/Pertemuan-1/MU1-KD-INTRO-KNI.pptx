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335" r:id="rId3"/>
    <p:sldId id="341" r:id="rId4"/>
    <p:sldId id="346" r:id="rId5"/>
    <p:sldId id="347" r:id="rId6"/>
    <p:sldId id="337" r:id="rId7"/>
    <p:sldId id="258" r:id="rId8"/>
    <p:sldId id="345" r:id="rId9"/>
    <p:sldId id="336" r:id="rId10"/>
    <p:sldId id="338" r:id="rId11"/>
    <p:sldId id="340" r:id="rId12"/>
    <p:sldId id="343" r:id="rId13"/>
    <p:sldId id="344" r:id="rId14"/>
    <p:sldId id="32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235E3B1-16CD-45C0-9D23-2E14BE76889C}">
          <p14:sldIdLst>
            <p14:sldId id="256"/>
            <p14:sldId id="335"/>
            <p14:sldId id="341"/>
            <p14:sldId id="346"/>
            <p14:sldId id="347"/>
            <p14:sldId id="337"/>
            <p14:sldId id="258"/>
            <p14:sldId id="345"/>
            <p14:sldId id="336"/>
            <p14:sldId id="338"/>
            <p14:sldId id="340"/>
            <p14:sldId id="343"/>
            <p14:sldId id="344"/>
            <p14:sldId id="32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191" autoAdjust="0"/>
    <p:restoredTop sz="86476" autoAdjust="0"/>
  </p:normalViewPr>
  <p:slideViewPr>
    <p:cSldViewPr snapToGrid="0">
      <p:cViewPr varScale="1">
        <p:scale>
          <a:sx n="40" d="100"/>
          <a:sy n="40" d="100"/>
        </p:scale>
        <p:origin x="60" y="30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20" d="100"/>
        <a:sy n="120" d="100"/>
      </p:scale>
      <p:origin x="0" y="-493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Presentase</c:v>
                </c:pt>
              </c:strCache>
            </c:strRef>
          </c:tx>
          <c:dPt>
            <c:idx val="0"/>
            <c:bubble3D val="0"/>
            <c:spPr>
              <a:solidFill>
                <a:schemeClr val="accent1"/>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2-088C-44EE-8992-FCDE8B47D3BB}"/>
              </c:ext>
            </c:extLst>
          </c:dPt>
          <c:dPt>
            <c:idx val="1"/>
            <c:bubble3D val="0"/>
            <c:spPr>
              <a:solidFill>
                <a:schemeClr val="accent2"/>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3-088C-44EE-8992-FCDE8B47D3BB}"/>
              </c:ext>
            </c:extLst>
          </c:dPt>
          <c:dPt>
            <c:idx val="2"/>
            <c:bubble3D val="0"/>
            <c:spPr>
              <a:solidFill>
                <a:schemeClr val="accent3"/>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4-088C-44EE-8992-FCDE8B47D3BB}"/>
              </c:ext>
            </c:extLst>
          </c:dPt>
          <c:dPt>
            <c:idx val="3"/>
            <c:bubble3D val="0"/>
            <c:spPr>
              <a:solidFill>
                <a:schemeClr val="accent4"/>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5-088C-44EE-8992-FCDE8B47D3BB}"/>
              </c:ext>
            </c:extLst>
          </c:dPt>
          <c:dPt>
            <c:idx val="4"/>
            <c:bubble3D val="0"/>
            <c:spPr>
              <a:solidFill>
                <a:schemeClr val="accent5"/>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6-088C-44EE-8992-FCDE8B47D3BB}"/>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id-ID"/>
              </a:p>
            </c:txPr>
            <c:showLegendKey val="0"/>
            <c:showVal val="0"/>
            <c:showCatName val="1"/>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15:layout/>
              </c:ext>
            </c:extLst>
          </c:dLbls>
          <c:cat>
            <c:strRef>
              <c:f>Sheet1!$A$2:$A$6</c:f>
              <c:strCache>
                <c:ptCount val="5"/>
                <c:pt idx="0">
                  <c:v>Presensi</c:v>
                </c:pt>
                <c:pt idx="1">
                  <c:v>Kuis-1</c:v>
                </c:pt>
                <c:pt idx="2">
                  <c:v>Kuis-2</c:v>
                </c:pt>
                <c:pt idx="3">
                  <c:v>UTS</c:v>
                </c:pt>
                <c:pt idx="4">
                  <c:v>UAS</c:v>
                </c:pt>
              </c:strCache>
            </c:strRef>
          </c:cat>
          <c:val>
            <c:numRef>
              <c:f>Sheet1!$B$2:$B$6</c:f>
              <c:numCache>
                <c:formatCode>General</c:formatCode>
                <c:ptCount val="5"/>
                <c:pt idx="0">
                  <c:v>15</c:v>
                </c:pt>
                <c:pt idx="1">
                  <c:v>15</c:v>
                </c:pt>
                <c:pt idx="2">
                  <c:v>20</c:v>
                </c:pt>
                <c:pt idx="3">
                  <c:v>25</c:v>
                </c:pt>
                <c:pt idx="4">
                  <c:v>25</c:v>
                </c:pt>
              </c:numCache>
            </c:numRef>
          </c:val>
          <c:extLst>
            <c:ext xmlns:c16="http://schemas.microsoft.com/office/drawing/2014/chart" uri="{C3380CC4-5D6E-409C-BE32-E72D297353CC}">
              <c16:uniqueId val="{00000000-088C-44EE-8992-FCDE8B47D3BB}"/>
            </c:ext>
          </c:extLst>
        </c:ser>
        <c:dLbls>
          <c:showLegendKey val="0"/>
          <c:showVal val="0"/>
          <c:showCatName val="1"/>
          <c:showSerName val="0"/>
          <c:showPercent val="0"/>
          <c:showBubbleSize val="0"/>
          <c:showLeaderLines val="1"/>
        </c:dLbls>
        <c:firstSliceAng val="0"/>
      </c:pieChart>
      <c:spPr>
        <a:noFill/>
        <a:ln>
          <a:noFill/>
        </a:ln>
        <a:effectLst/>
      </c:spPr>
    </c:plotArea>
    <c:legend>
      <c:legendPos val="b"/>
      <c:layout/>
      <c:overlay val="0"/>
      <c:spPr>
        <a:solidFill>
          <a:schemeClr val="lt1">
            <a:alpha val="78000"/>
          </a:schemeClr>
        </a:solid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id-ID"/>
        </a:p>
      </c:txPr>
    </c:legend>
    <c:plotVisOnly val="1"/>
    <c:dispBlanksAs val="gap"/>
    <c:showDLblsOverMax val="0"/>
  </c:chart>
  <c:spPr>
    <a:pattFill prst="dkDnDiag">
      <a:fgClr>
        <a:schemeClr val="lt1">
          <a:lumMod val="95000"/>
        </a:schemeClr>
      </a:fgClr>
      <a:bgClr>
        <a:schemeClr val="lt1"/>
      </a:bgClr>
    </a:pattFill>
    <a:ln w="9525" cap="flat" cmpd="sng" algn="ctr">
      <a:solidFill>
        <a:schemeClr val="dk1">
          <a:lumMod val="15000"/>
          <a:lumOff val="85000"/>
        </a:schemeClr>
      </a:solidFill>
      <a:round/>
    </a:ln>
    <a:effectLst/>
  </c:spPr>
  <c:txPr>
    <a:bodyPr/>
    <a:lstStyle/>
    <a:p>
      <a:pPr>
        <a:defRPr/>
      </a:pPr>
      <a:endParaRPr lang="id-ID"/>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defRPr sz="1197"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C5B601-9473-4842-9250-5780BA43CC95}" type="doc">
      <dgm:prSet loTypeId="urn:microsoft.com/office/officeart/2008/layout/HorizontalMultiLevelHierarchy" loCatId="hierarchy" qsTypeId="urn:microsoft.com/office/officeart/2005/8/quickstyle/simple1" qsCatId="simple" csTypeId="urn:microsoft.com/office/officeart/2005/8/colors/accent0_2" csCatId="mainScheme" phldr="1"/>
      <dgm:spPr/>
      <dgm:t>
        <a:bodyPr/>
        <a:lstStyle/>
        <a:p>
          <a:endParaRPr lang="en-US"/>
        </a:p>
      </dgm:t>
    </dgm:pt>
    <dgm:pt modelId="{46CC7591-B636-48DF-A978-9DF9C6E8753C}">
      <dgm:prSet phldrT="[Text]"/>
      <dgm:spPr/>
      <dgm:t>
        <a:bodyPr/>
        <a:lstStyle/>
        <a:p>
          <a:r>
            <a:rPr lang="en-US" dirty="0" err="1" smtClean="0">
              <a:latin typeface="Arial Rounded MT Bold" panose="020F0704030504030204" pitchFamily="34" charset="0"/>
            </a:rPr>
            <a:t>Matematika</a:t>
          </a:r>
          <a:endParaRPr lang="en-US" dirty="0">
            <a:latin typeface="Arial Rounded MT Bold" panose="020F0704030504030204" pitchFamily="34" charset="0"/>
          </a:endParaRPr>
        </a:p>
      </dgm:t>
    </dgm:pt>
    <dgm:pt modelId="{53E25C7E-BDEF-4D3B-A858-A9E73CB714F2}" type="parTrans" cxnId="{4AB37BD5-FF66-4509-8CAC-1DA26A08451C}">
      <dgm:prSet/>
      <dgm:spPr/>
      <dgm:t>
        <a:bodyPr/>
        <a:lstStyle/>
        <a:p>
          <a:endParaRPr lang="en-US"/>
        </a:p>
      </dgm:t>
    </dgm:pt>
    <dgm:pt modelId="{FB700CF4-E8E0-4E13-8B6C-0AD68945D30B}" type="sibTrans" cxnId="{4AB37BD5-FF66-4509-8CAC-1DA26A08451C}">
      <dgm:prSet/>
      <dgm:spPr/>
      <dgm:t>
        <a:bodyPr/>
        <a:lstStyle/>
        <a:p>
          <a:endParaRPr lang="en-US"/>
        </a:p>
      </dgm:t>
    </dgm:pt>
    <dgm:pt modelId="{0E469F2C-63A2-4276-9AC0-3DEE161F0C9C}">
      <dgm:prSet phldrT="[Text]"/>
      <dgm:spPr/>
      <dgm:t>
        <a:bodyPr/>
        <a:lstStyle/>
        <a:p>
          <a:r>
            <a:rPr lang="en-US" dirty="0" err="1" smtClean="0">
              <a:latin typeface="Arial Rounded MT Bold" panose="020F0704030504030204" pitchFamily="34" charset="0"/>
            </a:rPr>
            <a:t>Aritmatika</a:t>
          </a:r>
          <a:endParaRPr lang="en-US" dirty="0">
            <a:latin typeface="Arial Rounded MT Bold" panose="020F0704030504030204" pitchFamily="34" charset="0"/>
          </a:endParaRPr>
        </a:p>
      </dgm:t>
    </dgm:pt>
    <dgm:pt modelId="{6AB5A6AC-E126-4BDB-99EE-75F670D84D1F}" type="parTrans" cxnId="{7B2B9337-BCB6-42B4-B107-066241172627}">
      <dgm:prSet/>
      <dgm:spPr/>
      <dgm:t>
        <a:bodyPr/>
        <a:lstStyle/>
        <a:p>
          <a:endParaRPr lang="en-US">
            <a:latin typeface="Arial Rounded MT Bold" panose="020F0704030504030204" pitchFamily="34" charset="0"/>
          </a:endParaRPr>
        </a:p>
      </dgm:t>
    </dgm:pt>
    <dgm:pt modelId="{63F09D3C-82E9-40BF-9A69-CD4684C3B129}" type="sibTrans" cxnId="{7B2B9337-BCB6-42B4-B107-066241172627}">
      <dgm:prSet/>
      <dgm:spPr/>
      <dgm:t>
        <a:bodyPr/>
        <a:lstStyle/>
        <a:p>
          <a:endParaRPr lang="en-US"/>
        </a:p>
      </dgm:t>
    </dgm:pt>
    <dgm:pt modelId="{BBC3D9CB-461C-4CE4-8F6B-795ED99DEC1C}">
      <dgm:prSet phldrT="[Text]"/>
      <dgm:spPr/>
      <dgm:t>
        <a:bodyPr/>
        <a:lstStyle/>
        <a:p>
          <a:r>
            <a:rPr lang="en-US" dirty="0" err="1" smtClean="0">
              <a:latin typeface="Arial Rounded MT Bold" panose="020F0704030504030204" pitchFamily="34" charset="0"/>
            </a:rPr>
            <a:t>Geometri</a:t>
          </a:r>
          <a:endParaRPr lang="en-US" dirty="0">
            <a:latin typeface="Arial Rounded MT Bold" panose="020F0704030504030204" pitchFamily="34" charset="0"/>
          </a:endParaRPr>
        </a:p>
      </dgm:t>
    </dgm:pt>
    <dgm:pt modelId="{5F683918-3E32-4ABA-8F64-9648A1153C7D}" type="parTrans" cxnId="{372ECF11-176C-43A6-81E6-63E16DD22AB5}">
      <dgm:prSet/>
      <dgm:spPr/>
      <dgm:t>
        <a:bodyPr/>
        <a:lstStyle/>
        <a:p>
          <a:endParaRPr lang="en-US">
            <a:latin typeface="Arial Rounded MT Bold" panose="020F0704030504030204" pitchFamily="34" charset="0"/>
          </a:endParaRPr>
        </a:p>
      </dgm:t>
    </dgm:pt>
    <dgm:pt modelId="{4FF90119-6D4F-48E1-97DF-FA7C50D77D28}" type="sibTrans" cxnId="{372ECF11-176C-43A6-81E6-63E16DD22AB5}">
      <dgm:prSet/>
      <dgm:spPr/>
      <dgm:t>
        <a:bodyPr/>
        <a:lstStyle/>
        <a:p>
          <a:endParaRPr lang="en-US"/>
        </a:p>
      </dgm:t>
    </dgm:pt>
    <dgm:pt modelId="{EC06924D-A206-4BCE-9A9A-2AB03F12440F}">
      <dgm:prSet phldrT="[Text]"/>
      <dgm:spPr/>
      <dgm:t>
        <a:bodyPr/>
        <a:lstStyle/>
        <a:p>
          <a:r>
            <a:rPr lang="en-US" dirty="0" err="1" smtClean="0">
              <a:latin typeface="Arial Rounded MT Bold" panose="020F0704030504030204" pitchFamily="34" charset="0"/>
            </a:rPr>
            <a:t>Aljabar</a:t>
          </a:r>
          <a:endParaRPr lang="en-US" dirty="0">
            <a:latin typeface="Arial Rounded MT Bold" panose="020F0704030504030204" pitchFamily="34" charset="0"/>
          </a:endParaRPr>
        </a:p>
      </dgm:t>
    </dgm:pt>
    <dgm:pt modelId="{98FD88CF-AED3-4001-A6B3-F8BC7131F9FD}" type="parTrans" cxnId="{DB111DD1-D5D6-402B-9817-74552B940F8B}">
      <dgm:prSet/>
      <dgm:spPr/>
      <dgm:t>
        <a:bodyPr/>
        <a:lstStyle/>
        <a:p>
          <a:endParaRPr lang="en-US">
            <a:latin typeface="Arial Rounded MT Bold" panose="020F0704030504030204" pitchFamily="34" charset="0"/>
          </a:endParaRPr>
        </a:p>
      </dgm:t>
    </dgm:pt>
    <dgm:pt modelId="{06B83D06-C648-4159-9A3A-AD148D3B7A2B}" type="sibTrans" cxnId="{DB111DD1-D5D6-402B-9817-74552B940F8B}">
      <dgm:prSet/>
      <dgm:spPr/>
      <dgm:t>
        <a:bodyPr/>
        <a:lstStyle/>
        <a:p>
          <a:endParaRPr lang="en-US"/>
        </a:p>
      </dgm:t>
    </dgm:pt>
    <dgm:pt modelId="{B056C72B-65CF-48AF-B4C9-1197F1B0617A}">
      <dgm:prSet/>
      <dgm:spPr/>
      <dgm:t>
        <a:bodyPr/>
        <a:lstStyle/>
        <a:p>
          <a:r>
            <a:rPr lang="en-US" dirty="0" err="1" smtClean="0">
              <a:latin typeface="Arial Rounded MT Bold" panose="020F0704030504030204" pitchFamily="34" charset="0"/>
            </a:rPr>
            <a:t>Statistik</a:t>
          </a:r>
          <a:endParaRPr lang="en-US" dirty="0">
            <a:latin typeface="Arial Rounded MT Bold" panose="020F0704030504030204" pitchFamily="34" charset="0"/>
          </a:endParaRPr>
        </a:p>
      </dgm:t>
    </dgm:pt>
    <dgm:pt modelId="{FB0C2D94-839D-4C0D-8502-C8660DD6BF2E}" type="parTrans" cxnId="{54DED493-5A4B-42B3-8CE7-1FD24554A724}">
      <dgm:prSet/>
      <dgm:spPr/>
      <dgm:t>
        <a:bodyPr/>
        <a:lstStyle/>
        <a:p>
          <a:endParaRPr lang="en-US">
            <a:latin typeface="Arial Rounded MT Bold" panose="020F0704030504030204" pitchFamily="34" charset="0"/>
          </a:endParaRPr>
        </a:p>
      </dgm:t>
    </dgm:pt>
    <dgm:pt modelId="{32D3E3B7-CEAD-4074-817D-6616938B6A6A}" type="sibTrans" cxnId="{54DED493-5A4B-42B3-8CE7-1FD24554A724}">
      <dgm:prSet/>
      <dgm:spPr/>
      <dgm:t>
        <a:bodyPr/>
        <a:lstStyle/>
        <a:p>
          <a:endParaRPr lang="en-US"/>
        </a:p>
      </dgm:t>
    </dgm:pt>
    <dgm:pt modelId="{57C157A0-2638-463E-93DC-45BB53816ECF}">
      <dgm:prSet/>
      <dgm:spPr/>
      <dgm:t>
        <a:bodyPr/>
        <a:lstStyle/>
        <a:p>
          <a:r>
            <a:rPr lang="en-US" dirty="0" smtClean="0">
              <a:latin typeface="Arial Rounded MT Bold" panose="020F0704030504030204" pitchFamily="34" charset="0"/>
            </a:rPr>
            <a:t>….</a:t>
          </a:r>
          <a:endParaRPr lang="en-US" dirty="0">
            <a:latin typeface="Arial Rounded MT Bold" panose="020F0704030504030204" pitchFamily="34" charset="0"/>
          </a:endParaRPr>
        </a:p>
      </dgm:t>
    </dgm:pt>
    <dgm:pt modelId="{94DB05C8-8B72-4E3E-8888-FC76684A60B6}" type="parTrans" cxnId="{4666607E-6365-4989-B213-65B54584B446}">
      <dgm:prSet/>
      <dgm:spPr/>
      <dgm:t>
        <a:bodyPr/>
        <a:lstStyle/>
        <a:p>
          <a:endParaRPr lang="en-US">
            <a:latin typeface="Arial Rounded MT Bold" panose="020F0704030504030204" pitchFamily="34" charset="0"/>
          </a:endParaRPr>
        </a:p>
      </dgm:t>
    </dgm:pt>
    <dgm:pt modelId="{297BD288-7F86-48C3-BD26-3AFDC105D0DE}" type="sibTrans" cxnId="{4666607E-6365-4989-B213-65B54584B446}">
      <dgm:prSet/>
      <dgm:spPr/>
      <dgm:t>
        <a:bodyPr/>
        <a:lstStyle/>
        <a:p>
          <a:endParaRPr lang="en-US"/>
        </a:p>
      </dgm:t>
    </dgm:pt>
    <dgm:pt modelId="{E3E855FA-3C81-47AA-8E9C-346BD4194EF9}">
      <dgm:prSet/>
      <dgm:spPr/>
      <dgm:t>
        <a:bodyPr/>
        <a:lstStyle/>
        <a:p>
          <a:r>
            <a:rPr lang="en-US" dirty="0" err="1" smtClean="0">
              <a:latin typeface="Arial Rounded MT Bold" panose="020F0704030504030204" pitchFamily="34" charset="0"/>
            </a:rPr>
            <a:t>Kalkulus</a:t>
          </a:r>
          <a:endParaRPr lang="en-US" dirty="0">
            <a:latin typeface="Arial Rounded MT Bold" panose="020F0704030504030204" pitchFamily="34" charset="0"/>
          </a:endParaRPr>
        </a:p>
      </dgm:t>
    </dgm:pt>
    <dgm:pt modelId="{6A0D7041-4E2C-4B6A-81A9-12B4090700BE}" type="parTrans" cxnId="{CB11BB37-1FBF-4734-8440-864034C201FB}">
      <dgm:prSet/>
      <dgm:spPr/>
      <dgm:t>
        <a:bodyPr/>
        <a:lstStyle/>
        <a:p>
          <a:endParaRPr lang="en-US">
            <a:latin typeface="Arial Rounded MT Bold" panose="020F0704030504030204" pitchFamily="34" charset="0"/>
          </a:endParaRPr>
        </a:p>
      </dgm:t>
    </dgm:pt>
    <dgm:pt modelId="{07010E66-5345-4A67-B892-4E8B53BF8B2F}" type="sibTrans" cxnId="{CB11BB37-1FBF-4734-8440-864034C201FB}">
      <dgm:prSet/>
      <dgm:spPr/>
      <dgm:t>
        <a:bodyPr/>
        <a:lstStyle/>
        <a:p>
          <a:endParaRPr lang="en-US"/>
        </a:p>
      </dgm:t>
    </dgm:pt>
    <dgm:pt modelId="{2322E899-1B0F-43B7-A2B0-2B7C6B7B3B74}">
      <dgm:prSet/>
      <dgm:spPr/>
      <dgm:t>
        <a:bodyPr/>
        <a:lstStyle/>
        <a:p>
          <a:r>
            <a:rPr lang="en-US" dirty="0" smtClean="0">
              <a:latin typeface="Arial Rounded MT Bold" panose="020F0704030504030204" pitchFamily="34" charset="0"/>
            </a:rPr>
            <a:t>Limit</a:t>
          </a:r>
          <a:endParaRPr lang="en-US" dirty="0">
            <a:latin typeface="Arial Rounded MT Bold" panose="020F0704030504030204" pitchFamily="34" charset="0"/>
          </a:endParaRPr>
        </a:p>
      </dgm:t>
    </dgm:pt>
    <dgm:pt modelId="{61A6C91B-CB0A-451F-8396-C29043D2F55E}" type="parTrans" cxnId="{37080850-A3BA-4AA3-84D6-9A922E74D345}">
      <dgm:prSet/>
      <dgm:spPr/>
      <dgm:t>
        <a:bodyPr/>
        <a:lstStyle/>
        <a:p>
          <a:endParaRPr lang="en-US">
            <a:latin typeface="Arial Rounded MT Bold" panose="020F0704030504030204" pitchFamily="34" charset="0"/>
          </a:endParaRPr>
        </a:p>
      </dgm:t>
    </dgm:pt>
    <dgm:pt modelId="{9C980CB8-30B9-421E-873F-B50546C4489A}" type="sibTrans" cxnId="{37080850-A3BA-4AA3-84D6-9A922E74D345}">
      <dgm:prSet/>
      <dgm:spPr/>
      <dgm:t>
        <a:bodyPr/>
        <a:lstStyle/>
        <a:p>
          <a:endParaRPr lang="en-US"/>
        </a:p>
      </dgm:t>
    </dgm:pt>
    <dgm:pt modelId="{455FCDB5-050A-4CF1-B028-C0DD3376504D}">
      <dgm:prSet/>
      <dgm:spPr/>
      <dgm:t>
        <a:bodyPr/>
        <a:lstStyle/>
        <a:p>
          <a:r>
            <a:rPr lang="en-US" dirty="0" err="1" smtClean="0">
              <a:latin typeface="Arial Rounded MT Bold" panose="020F0704030504030204" pitchFamily="34" charset="0"/>
            </a:rPr>
            <a:t>Turunan</a:t>
          </a:r>
          <a:endParaRPr lang="en-US" dirty="0">
            <a:latin typeface="Arial Rounded MT Bold" panose="020F0704030504030204" pitchFamily="34" charset="0"/>
          </a:endParaRPr>
        </a:p>
      </dgm:t>
    </dgm:pt>
    <dgm:pt modelId="{1DD5B560-C252-46C0-BADE-1006450D0BB0}" type="parTrans" cxnId="{C0F38D73-30D8-4676-8573-B5EC46E921EE}">
      <dgm:prSet/>
      <dgm:spPr/>
      <dgm:t>
        <a:bodyPr/>
        <a:lstStyle/>
        <a:p>
          <a:endParaRPr lang="en-US">
            <a:latin typeface="Arial Rounded MT Bold" panose="020F0704030504030204" pitchFamily="34" charset="0"/>
          </a:endParaRPr>
        </a:p>
      </dgm:t>
    </dgm:pt>
    <dgm:pt modelId="{9DBA2D3D-045F-4A6F-AB8C-C92CD541E632}" type="sibTrans" cxnId="{C0F38D73-30D8-4676-8573-B5EC46E921EE}">
      <dgm:prSet/>
      <dgm:spPr/>
      <dgm:t>
        <a:bodyPr/>
        <a:lstStyle/>
        <a:p>
          <a:endParaRPr lang="en-US"/>
        </a:p>
      </dgm:t>
    </dgm:pt>
    <dgm:pt modelId="{C19976A8-81C6-4113-AD4B-D087B051A3D2}">
      <dgm:prSet/>
      <dgm:spPr/>
      <dgm:t>
        <a:bodyPr/>
        <a:lstStyle/>
        <a:p>
          <a:r>
            <a:rPr lang="en-US" dirty="0" smtClean="0">
              <a:latin typeface="Arial Rounded MT Bold" panose="020F0704030504030204" pitchFamily="34" charset="0"/>
            </a:rPr>
            <a:t>Integral</a:t>
          </a:r>
          <a:endParaRPr lang="en-US" dirty="0">
            <a:latin typeface="Arial Rounded MT Bold" panose="020F0704030504030204" pitchFamily="34" charset="0"/>
          </a:endParaRPr>
        </a:p>
      </dgm:t>
    </dgm:pt>
    <dgm:pt modelId="{52000648-45DF-4F6F-B22E-8D7AE23B738B}" type="parTrans" cxnId="{51BADAC0-23F8-466A-A8B7-57ED9630B5AE}">
      <dgm:prSet/>
      <dgm:spPr/>
      <dgm:t>
        <a:bodyPr/>
        <a:lstStyle/>
        <a:p>
          <a:endParaRPr lang="en-US">
            <a:latin typeface="Arial Rounded MT Bold" panose="020F0704030504030204" pitchFamily="34" charset="0"/>
          </a:endParaRPr>
        </a:p>
      </dgm:t>
    </dgm:pt>
    <dgm:pt modelId="{4B8FAF69-6674-489F-9099-D60D78285716}" type="sibTrans" cxnId="{51BADAC0-23F8-466A-A8B7-57ED9630B5AE}">
      <dgm:prSet/>
      <dgm:spPr/>
      <dgm:t>
        <a:bodyPr/>
        <a:lstStyle/>
        <a:p>
          <a:endParaRPr lang="en-US"/>
        </a:p>
      </dgm:t>
    </dgm:pt>
    <dgm:pt modelId="{80846E67-C2BA-4D3A-B012-7FEDB080AC80}">
      <dgm:prSet/>
      <dgm:spPr/>
      <dgm:t>
        <a:bodyPr/>
        <a:lstStyle/>
        <a:p>
          <a:r>
            <a:rPr lang="en-US" dirty="0" err="1" smtClean="0">
              <a:latin typeface="Arial Rounded MT Bold" panose="020F0704030504030204" pitchFamily="34" charset="0"/>
            </a:rPr>
            <a:t>Deret</a:t>
          </a:r>
          <a:r>
            <a:rPr lang="en-US" dirty="0" smtClean="0">
              <a:latin typeface="Arial Rounded MT Bold" panose="020F0704030504030204" pitchFamily="34" charset="0"/>
            </a:rPr>
            <a:t> </a:t>
          </a:r>
          <a:r>
            <a:rPr lang="en-US" dirty="0" err="1" smtClean="0">
              <a:latin typeface="Arial Rounded MT Bold" panose="020F0704030504030204" pitchFamily="34" charset="0"/>
            </a:rPr>
            <a:t>tak</a:t>
          </a:r>
          <a:r>
            <a:rPr lang="en-US" dirty="0" smtClean="0">
              <a:latin typeface="Arial Rounded MT Bold" panose="020F0704030504030204" pitchFamily="34" charset="0"/>
            </a:rPr>
            <a:t> </a:t>
          </a:r>
          <a:r>
            <a:rPr lang="en-US" dirty="0" err="1" smtClean="0">
              <a:latin typeface="Arial Rounded MT Bold" panose="020F0704030504030204" pitchFamily="34" charset="0"/>
            </a:rPr>
            <a:t>hingga</a:t>
          </a:r>
          <a:endParaRPr lang="en-US" dirty="0">
            <a:latin typeface="Arial Rounded MT Bold" panose="020F0704030504030204" pitchFamily="34" charset="0"/>
          </a:endParaRPr>
        </a:p>
      </dgm:t>
    </dgm:pt>
    <dgm:pt modelId="{F25F0396-40A4-47C6-BB65-9EEB923C1F91}" type="parTrans" cxnId="{81E0E6F2-000C-47E1-B06D-30C6D90F3BD5}">
      <dgm:prSet/>
      <dgm:spPr/>
      <dgm:t>
        <a:bodyPr/>
        <a:lstStyle/>
        <a:p>
          <a:endParaRPr lang="en-US">
            <a:latin typeface="Arial Rounded MT Bold" panose="020F0704030504030204" pitchFamily="34" charset="0"/>
          </a:endParaRPr>
        </a:p>
      </dgm:t>
    </dgm:pt>
    <dgm:pt modelId="{B6ACBA57-4D18-477F-ABE5-4B9FD9F11772}" type="sibTrans" cxnId="{81E0E6F2-000C-47E1-B06D-30C6D90F3BD5}">
      <dgm:prSet/>
      <dgm:spPr/>
      <dgm:t>
        <a:bodyPr/>
        <a:lstStyle/>
        <a:p>
          <a:endParaRPr lang="en-US"/>
        </a:p>
      </dgm:t>
    </dgm:pt>
    <dgm:pt modelId="{A4D3E1A2-8BA6-4753-8179-758778B5E657}" type="pres">
      <dgm:prSet presAssocID="{28C5B601-9473-4842-9250-5780BA43CC95}" presName="Name0" presStyleCnt="0">
        <dgm:presLayoutVars>
          <dgm:chPref val="1"/>
          <dgm:dir/>
          <dgm:animOne val="branch"/>
          <dgm:animLvl val="lvl"/>
          <dgm:resizeHandles val="exact"/>
        </dgm:presLayoutVars>
      </dgm:prSet>
      <dgm:spPr/>
      <dgm:t>
        <a:bodyPr/>
        <a:lstStyle/>
        <a:p>
          <a:endParaRPr lang="en-US"/>
        </a:p>
      </dgm:t>
    </dgm:pt>
    <dgm:pt modelId="{AE20E3EF-A437-49A8-9A96-C69739F158A1}" type="pres">
      <dgm:prSet presAssocID="{46CC7591-B636-48DF-A978-9DF9C6E8753C}" presName="root1" presStyleCnt="0"/>
      <dgm:spPr/>
    </dgm:pt>
    <dgm:pt modelId="{52C78C25-A9C3-4350-A873-BFBE78F3855D}" type="pres">
      <dgm:prSet presAssocID="{46CC7591-B636-48DF-A978-9DF9C6E8753C}" presName="LevelOneTextNode" presStyleLbl="node0" presStyleIdx="0" presStyleCnt="1" custScaleX="121950" custScaleY="113650">
        <dgm:presLayoutVars>
          <dgm:chPref val="3"/>
        </dgm:presLayoutVars>
      </dgm:prSet>
      <dgm:spPr/>
      <dgm:t>
        <a:bodyPr/>
        <a:lstStyle/>
        <a:p>
          <a:endParaRPr lang="en-US"/>
        </a:p>
      </dgm:t>
    </dgm:pt>
    <dgm:pt modelId="{DAA7FFD6-E0EA-4874-AC3C-660D7C55D955}" type="pres">
      <dgm:prSet presAssocID="{46CC7591-B636-48DF-A978-9DF9C6E8753C}" presName="level2hierChild" presStyleCnt="0"/>
      <dgm:spPr/>
    </dgm:pt>
    <dgm:pt modelId="{81B5B65E-08FD-4232-841D-074E2CE62054}" type="pres">
      <dgm:prSet presAssocID="{6AB5A6AC-E126-4BDB-99EE-75F670D84D1F}" presName="conn2-1" presStyleLbl="parChTrans1D2" presStyleIdx="0" presStyleCnt="6" custScaleX="1910951"/>
      <dgm:spPr/>
      <dgm:t>
        <a:bodyPr/>
        <a:lstStyle/>
        <a:p>
          <a:endParaRPr lang="en-US"/>
        </a:p>
      </dgm:t>
    </dgm:pt>
    <dgm:pt modelId="{32725EED-0D49-4616-ACD7-1279D4B1A631}" type="pres">
      <dgm:prSet presAssocID="{6AB5A6AC-E126-4BDB-99EE-75F670D84D1F}" presName="connTx" presStyleLbl="parChTrans1D2" presStyleIdx="0" presStyleCnt="6"/>
      <dgm:spPr/>
      <dgm:t>
        <a:bodyPr/>
        <a:lstStyle/>
        <a:p>
          <a:endParaRPr lang="en-US"/>
        </a:p>
      </dgm:t>
    </dgm:pt>
    <dgm:pt modelId="{0098AB90-D80E-4D33-975A-566D72655A62}" type="pres">
      <dgm:prSet presAssocID="{0E469F2C-63A2-4276-9AC0-3DEE161F0C9C}" presName="root2" presStyleCnt="0"/>
      <dgm:spPr/>
    </dgm:pt>
    <dgm:pt modelId="{C85A0E7D-44BA-4A5F-97A4-A8C46694C4A5}" type="pres">
      <dgm:prSet presAssocID="{0E469F2C-63A2-4276-9AC0-3DEE161F0C9C}" presName="LevelTwoTextNode" presStyleLbl="node2" presStyleIdx="0" presStyleCnt="6" custScaleX="121951">
        <dgm:presLayoutVars>
          <dgm:chPref val="3"/>
        </dgm:presLayoutVars>
      </dgm:prSet>
      <dgm:spPr/>
      <dgm:t>
        <a:bodyPr/>
        <a:lstStyle/>
        <a:p>
          <a:endParaRPr lang="en-US"/>
        </a:p>
      </dgm:t>
    </dgm:pt>
    <dgm:pt modelId="{A578C391-CFDF-4475-80B3-D99D2E1EA630}" type="pres">
      <dgm:prSet presAssocID="{0E469F2C-63A2-4276-9AC0-3DEE161F0C9C}" presName="level3hierChild" presStyleCnt="0"/>
      <dgm:spPr/>
    </dgm:pt>
    <dgm:pt modelId="{C2949AB6-B710-4AD4-927D-AF75C3AD9926}" type="pres">
      <dgm:prSet presAssocID="{5F683918-3E32-4ABA-8F64-9648A1153C7D}" presName="conn2-1" presStyleLbl="parChTrans1D2" presStyleIdx="1" presStyleCnt="6" custScaleX="1910951"/>
      <dgm:spPr/>
      <dgm:t>
        <a:bodyPr/>
        <a:lstStyle/>
        <a:p>
          <a:endParaRPr lang="en-US"/>
        </a:p>
      </dgm:t>
    </dgm:pt>
    <dgm:pt modelId="{12916F81-7C24-4AB4-A732-DA3E3F11A259}" type="pres">
      <dgm:prSet presAssocID="{5F683918-3E32-4ABA-8F64-9648A1153C7D}" presName="connTx" presStyleLbl="parChTrans1D2" presStyleIdx="1" presStyleCnt="6"/>
      <dgm:spPr/>
      <dgm:t>
        <a:bodyPr/>
        <a:lstStyle/>
        <a:p>
          <a:endParaRPr lang="en-US"/>
        </a:p>
      </dgm:t>
    </dgm:pt>
    <dgm:pt modelId="{F0B9A9BD-C883-4924-914D-BA0A0BD21FE6}" type="pres">
      <dgm:prSet presAssocID="{BBC3D9CB-461C-4CE4-8F6B-795ED99DEC1C}" presName="root2" presStyleCnt="0"/>
      <dgm:spPr/>
    </dgm:pt>
    <dgm:pt modelId="{4B0DBEDC-B01D-4CE2-8CC0-1B19C74730E3}" type="pres">
      <dgm:prSet presAssocID="{BBC3D9CB-461C-4CE4-8F6B-795ED99DEC1C}" presName="LevelTwoTextNode" presStyleLbl="node2" presStyleIdx="1" presStyleCnt="6" custScaleX="121951">
        <dgm:presLayoutVars>
          <dgm:chPref val="3"/>
        </dgm:presLayoutVars>
      </dgm:prSet>
      <dgm:spPr/>
      <dgm:t>
        <a:bodyPr/>
        <a:lstStyle/>
        <a:p>
          <a:endParaRPr lang="en-US"/>
        </a:p>
      </dgm:t>
    </dgm:pt>
    <dgm:pt modelId="{B4C96B8E-249C-4886-BACD-44F0897FE0B7}" type="pres">
      <dgm:prSet presAssocID="{BBC3D9CB-461C-4CE4-8F6B-795ED99DEC1C}" presName="level3hierChild" presStyleCnt="0"/>
      <dgm:spPr/>
    </dgm:pt>
    <dgm:pt modelId="{A3721CC1-B123-4069-9CB9-BCCDAF8B963F}" type="pres">
      <dgm:prSet presAssocID="{98FD88CF-AED3-4001-A6B3-F8BC7131F9FD}" presName="conn2-1" presStyleLbl="parChTrans1D2" presStyleIdx="2" presStyleCnt="6" custScaleX="1910951"/>
      <dgm:spPr/>
      <dgm:t>
        <a:bodyPr/>
        <a:lstStyle/>
        <a:p>
          <a:endParaRPr lang="en-US"/>
        </a:p>
      </dgm:t>
    </dgm:pt>
    <dgm:pt modelId="{96C383F9-5585-4281-99EA-7BF9EE2C9FF3}" type="pres">
      <dgm:prSet presAssocID="{98FD88CF-AED3-4001-A6B3-F8BC7131F9FD}" presName="connTx" presStyleLbl="parChTrans1D2" presStyleIdx="2" presStyleCnt="6"/>
      <dgm:spPr/>
      <dgm:t>
        <a:bodyPr/>
        <a:lstStyle/>
        <a:p>
          <a:endParaRPr lang="en-US"/>
        </a:p>
      </dgm:t>
    </dgm:pt>
    <dgm:pt modelId="{24C9143D-2E10-4C9E-9C41-9049DFF504F6}" type="pres">
      <dgm:prSet presAssocID="{EC06924D-A206-4BCE-9A9A-2AB03F12440F}" presName="root2" presStyleCnt="0"/>
      <dgm:spPr/>
    </dgm:pt>
    <dgm:pt modelId="{86852FE6-0CA4-41A4-9A9F-F6B46475BECE}" type="pres">
      <dgm:prSet presAssocID="{EC06924D-A206-4BCE-9A9A-2AB03F12440F}" presName="LevelTwoTextNode" presStyleLbl="node2" presStyleIdx="2" presStyleCnt="6" custScaleX="121951">
        <dgm:presLayoutVars>
          <dgm:chPref val="3"/>
        </dgm:presLayoutVars>
      </dgm:prSet>
      <dgm:spPr/>
      <dgm:t>
        <a:bodyPr/>
        <a:lstStyle/>
        <a:p>
          <a:endParaRPr lang="en-US"/>
        </a:p>
      </dgm:t>
    </dgm:pt>
    <dgm:pt modelId="{59F3218A-4177-43A3-9865-5A658A026464}" type="pres">
      <dgm:prSet presAssocID="{EC06924D-A206-4BCE-9A9A-2AB03F12440F}" presName="level3hierChild" presStyleCnt="0"/>
      <dgm:spPr/>
    </dgm:pt>
    <dgm:pt modelId="{40089BE3-648A-4934-BC60-6CA50B533961}" type="pres">
      <dgm:prSet presAssocID="{FB0C2D94-839D-4C0D-8502-C8660DD6BF2E}" presName="conn2-1" presStyleLbl="parChTrans1D2" presStyleIdx="3" presStyleCnt="6" custScaleX="1910951"/>
      <dgm:spPr/>
      <dgm:t>
        <a:bodyPr/>
        <a:lstStyle/>
        <a:p>
          <a:endParaRPr lang="en-US"/>
        </a:p>
      </dgm:t>
    </dgm:pt>
    <dgm:pt modelId="{CCFB3F99-CE79-40F0-A174-E2C0B31AB7C7}" type="pres">
      <dgm:prSet presAssocID="{FB0C2D94-839D-4C0D-8502-C8660DD6BF2E}" presName="connTx" presStyleLbl="parChTrans1D2" presStyleIdx="3" presStyleCnt="6"/>
      <dgm:spPr/>
      <dgm:t>
        <a:bodyPr/>
        <a:lstStyle/>
        <a:p>
          <a:endParaRPr lang="en-US"/>
        </a:p>
      </dgm:t>
    </dgm:pt>
    <dgm:pt modelId="{EDCB7F76-0CF2-4A14-8064-D76F46478E15}" type="pres">
      <dgm:prSet presAssocID="{B056C72B-65CF-48AF-B4C9-1197F1B0617A}" presName="root2" presStyleCnt="0"/>
      <dgm:spPr/>
    </dgm:pt>
    <dgm:pt modelId="{199213F4-F657-4A4B-B155-096E544E94F9}" type="pres">
      <dgm:prSet presAssocID="{B056C72B-65CF-48AF-B4C9-1197F1B0617A}" presName="LevelTwoTextNode" presStyleLbl="node2" presStyleIdx="3" presStyleCnt="6" custScaleX="121951">
        <dgm:presLayoutVars>
          <dgm:chPref val="3"/>
        </dgm:presLayoutVars>
      </dgm:prSet>
      <dgm:spPr/>
      <dgm:t>
        <a:bodyPr/>
        <a:lstStyle/>
        <a:p>
          <a:endParaRPr lang="en-US"/>
        </a:p>
      </dgm:t>
    </dgm:pt>
    <dgm:pt modelId="{90FBB27C-80E7-4DE2-B240-0DBF27C2E675}" type="pres">
      <dgm:prSet presAssocID="{B056C72B-65CF-48AF-B4C9-1197F1B0617A}" presName="level3hierChild" presStyleCnt="0"/>
      <dgm:spPr/>
    </dgm:pt>
    <dgm:pt modelId="{C259F02B-4929-4AAF-A072-739B86B5421B}" type="pres">
      <dgm:prSet presAssocID="{94DB05C8-8B72-4E3E-8888-FC76684A60B6}" presName="conn2-1" presStyleLbl="parChTrans1D2" presStyleIdx="4" presStyleCnt="6" custScaleX="1910951"/>
      <dgm:spPr/>
      <dgm:t>
        <a:bodyPr/>
        <a:lstStyle/>
        <a:p>
          <a:endParaRPr lang="en-US"/>
        </a:p>
      </dgm:t>
    </dgm:pt>
    <dgm:pt modelId="{7577F7D7-5D0D-4F14-B8BE-27132D704833}" type="pres">
      <dgm:prSet presAssocID="{94DB05C8-8B72-4E3E-8888-FC76684A60B6}" presName="connTx" presStyleLbl="parChTrans1D2" presStyleIdx="4" presStyleCnt="6"/>
      <dgm:spPr/>
      <dgm:t>
        <a:bodyPr/>
        <a:lstStyle/>
        <a:p>
          <a:endParaRPr lang="en-US"/>
        </a:p>
      </dgm:t>
    </dgm:pt>
    <dgm:pt modelId="{677D8FBB-8CF6-4BF5-BC71-F360555283B8}" type="pres">
      <dgm:prSet presAssocID="{57C157A0-2638-463E-93DC-45BB53816ECF}" presName="root2" presStyleCnt="0"/>
      <dgm:spPr/>
    </dgm:pt>
    <dgm:pt modelId="{86A12A8D-6768-4F32-B660-A7E9EA89AFB7}" type="pres">
      <dgm:prSet presAssocID="{57C157A0-2638-463E-93DC-45BB53816ECF}" presName="LevelTwoTextNode" presStyleLbl="node2" presStyleIdx="4" presStyleCnt="6" custScaleX="121951">
        <dgm:presLayoutVars>
          <dgm:chPref val="3"/>
        </dgm:presLayoutVars>
      </dgm:prSet>
      <dgm:spPr/>
      <dgm:t>
        <a:bodyPr/>
        <a:lstStyle/>
        <a:p>
          <a:endParaRPr lang="en-US"/>
        </a:p>
      </dgm:t>
    </dgm:pt>
    <dgm:pt modelId="{275516D2-552A-4CD9-8D58-DCC7E45FC339}" type="pres">
      <dgm:prSet presAssocID="{57C157A0-2638-463E-93DC-45BB53816ECF}" presName="level3hierChild" presStyleCnt="0"/>
      <dgm:spPr/>
    </dgm:pt>
    <dgm:pt modelId="{475CEA12-5C77-409A-B9B5-353D31274932}" type="pres">
      <dgm:prSet presAssocID="{6A0D7041-4E2C-4B6A-81A9-12B4090700BE}" presName="conn2-1" presStyleLbl="parChTrans1D2" presStyleIdx="5" presStyleCnt="6" custScaleX="1910951"/>
      <dgm:spPr/>
      <dgm:t>
        <a:bodyPr/>
        <a:lstStyle/>
        <a:p>
          <a:endParaRPr lang="en-US"/>
        </a:p>
      </dgm:t>
    </dgm:pt>
    <dgm:pt modelId="{0C3B8914-DC75-4B93-96B6-0F5CAC348DD2}" type="pres">
      <dgm:prSet presAssocID="{6A0D7041-4E2C-4B6A-81A9-12B4090700BE}" presName="connTx" presStyleLbl="parChTrans1D2" presStyleIdx="5" presStyleCnt="6"/>
      <dgm:spPr/>
      <dgm:t>
        <a:bodyPr/>
        <a:lstStyle/>
        <a:p>
          <a:endParaRPr lang="en-US"/>
        </a:p>
      </dgm:t>
    </dgm:pt>
    <dgm:pt modelId="{D9CD1316-73D2-4CB3-9148-58D251AD6F49}" type="pres">
      <dgm:prSet presAssocID="{E3E855FA-3C81-47AA-8E9C-346BD4194EF9}" presName="root2" presStyleCnt="0"/>
      <dgm:spPr/>
    </dgm:pt>
    <dgm:pt modelId="{D6274592-F8BA-46D3-B7BE-B4793B445934}" type="pres">
      <dgm:prSet presAssocID="{E3E855FA-3C81-47AA-8E9C-346BD4194EF9}" presName="LevelTwoTextNode" presStyleLbl="node2" presStyleIdx="5" presStyleCnt="6" custScaleX="121951">
        <dgm:presLayoutVars>
          <dgm:chPref val="3"/>
        </dgm:presLayoutVars>
      </dgm:prSet>
      <dgm:spPr/>
      <dgm:t>
        <a:bodyPr/>
        <a:lstStyle/>
        <a:p>
          <a:endParaRPr lang="en-US"/>
        </a:p>
      </dgm:t>
    </dgm:pt>
    <dgm:pt modelId="{CCA66F45-754F-40CD-92B4-04F29133C709}" type="pres">
      <dgm:prSet presAssocID="{E3E855FA-3C81-47AA-8E9C-346BD4194EF9}" presName="level3hierChild" presStyleCnt="0"/>
      <dgm:spPr/>
    </dgm:pt>
    <dgm:pt modelId="{A50AB5AF-A7C5-4F84-9058-9A01B62D495A}" type="pres">
      <dgm:prSet presAssocID="{61A6C91B-CB0A-451F-8396-C29043D2F55E}" presName="conn2-1" presStyleLbl="parChTrans1D3" presStyleIdx="0" presStyleCnt="4" custScaleX="1910951"/>
      <dgm:spPr/>
      <dgm:t>
        <a:bodyPr/>
        <a:lstStyle/>
        <a:p>
          <a:endParaRPr lang="en-US"/>
        </a:p>
      </dgm:t>
    </dgm:pt>
    <dgm:pt modelId="{5D02104B-9816-49E6-B704-59F4B853A5BC}" type="pres">
      <dgm:prSet presAssocID="{61A6C91B-CB0A-451F-8396-C29043D2F55E}" presName="connTx" presStyleLbl="parChTrans1D3" presStyleIdx="0" presStyleCnt="4"/>
      <dgm:spPr/>
      <dgm:t>
        <a:bodyPr/>
        <a:lstStyle/>
        <a:p>
          <a:endParaRPr lang="en-US"/>
        </a:p>
      </dgm:t>
    </dgm:pt>
    <dgm:pt modelId="{2DDD0467-9521-43B3-BF39-A5FAF413342B}" type="pres">
      <dgm:prSet presAssocID="{2322E899-1B0F-43B7-A2B0-2B7C6B7B3B74}" presName="root2" presStyleCnt="0"/>
      <dgm:spPr/>
    </dgm:pt>
    <dgm:pt modelId="{337EBFB1-62E0-4D1C-9589-C545CF068F65}" type="pres">
      <dgm:prSet presAssocID="{2322E899-1B0F-43B7-A2B0-2B7C6B7B3B74}" presName="LevelTwoTextNode" presStyleLbl="node3" presStyleIdx="0" presStyleCnt="4" custScaleX="121951">
        <dgm:presLayoutVars>
          <dgm:chPref val="3"/>
        </dgm:presLayoutVars>
      </dgm:prSet>
      <dgm:spPr/>
      <dgm:t>
        <a:bodyPr/>
        <a:lstStyle/>
        <a:p>
          <a:endParaRPr lang="en-US"/>
        </a:p>
      </dgm:t>
    </dgm:pt>
    <dgm:pt modelId="{B42E6A1A-8D4E-41C4-9E2F-57F8EE951967}" type="pres">
      <dgm:prSet presAssocID="{2322E899-1B0F-43B7-A2B0-2B7C6B7B3B74}" presName="level3hierChild" presStyleCnt="0"/>
      <dgm:spPr/>
    </dgm:pt>
    <dgm:pt modelId="{D41DFB4E-BF8D-46FE-92BF-A036138D917D}" type="pres">
      <dgm:prSet presAssocID="{1DD5B560-C252-46C0-BADE-1006450D0BB0}" presName="conn2-1" presStyleLbl="parChTrans1D3" presStyleIdx="1" presStyleCnt="4" custScaleX="1910951"/>
      <dgm:spPr/>
      <dgm:t>
        <a:bodyPr/>
        <a:lstStyle/>
        <a:p>
          <a:endParaRPr lang="en-US"/>
        </a:p>
      </dgm:t>
    </dgm:pt>
    <dgm:pt modelId="{A374D91E-E282-41FF-915A-622506F953EE}" type="pres">
      <dgm:prSet presAssocID="{1DD5B560-C252-46C0-BADE-1006450D0BB0}" presName="connTx" presStyleLbl="parChTrans1D3" presStyleIdx="1" presStyleCnt="4"/>
      <dgm:spPr/>
      <dgm:t>
        <a:bodyPr/>
        <a:lstStyle/>
        <a:p>
          <a:endParaRPr lang="en-US"/>
        </a:p>
      </dgm:t>
    </dgm:pt>
    <dgm:pt modelId="{9D8EF612-B2AC-488C-B2D5-A4AB5150B2D5}" type="pres">
      <dgm:prSet presAssocID="{455FCDB5-050A-4CF1-B028-C0DD3376504D}" presName="root2" presStyleCnt="0"/>
      <dgm:spPr/>
    </dgm:pt>
    <dgm:pt modelId="{835D8D91-0C48-4016-8305-BA0EC1AEF5F5}" type="pres">
      <dgm:prSet presAssocID="{455FCDB5-050A-4CF1-B028-C0DD3376504D}" presName="LevelTwoTextNode" presStyleLbl="node3" presStyleIdx="1" presStyleCnt="4" custScaleX="121951">
        <dgm:presLayoutVars>
          <dgm:chPref val="3"/>
        </dgm:presLayoutVars>
      </dgm:prSet>
      <dgm:spPr/>
      <dgm:t>
        <a:bodyPr/>
        <a:lstStyle/>
        <a:p>
          <a:endParaRPr lang="en-US"/>
        </a:p>
      </dgm:t>
    </dgm:pt>
    <dgm:pt modelId="{F93D0BE4-A0FA-4BCF-A103-C9F4E1FE6E6E}" type="pres">
      <dgm:prSet presAssocID="{455FCDB5-050A-4CF1-B028-C0DD3376504D}" presName="level3hierChild" presStyleCnt="0"/>
      <dgm:spPr/>
    </dgm:pt>
    <dgm:pt modelId="{B759D976-1CED-40F1-8A89-3736ECBDC7DE}" type="pres">
      <dgm:prSet presAssocID="{52000648-45DF-4F6F-B22E-8D7AE23B738B}" presName="conn2-1" presStyleLbl="parChTrans1D3" presStyleIdx="2" presStyleCnt="4" custScaleX="1910951"/>
      <dgm:spPr/>
      <dgm:t>
        <a:bodyPr/>
        <a:lstStyle/>
        <a:p>
          <a:endParaRPr lang="en-US"/>
        </a:p>
      </dgm:t>
    </dgm:pt>
    <dgm:pt modelId="{14544261-CB3C-4848-B835-8CBDE4AEFE08}" type="pres">
      <dgm:prSet presAssocID="{52000648-45DF-4F6F-B22E-8D7AE23B738B}" presName="connTx" presStyleLbl="parChTrans1D3" presStyleIdx="2" presStyleCnt="4"/>
      <dgm:spPr/>
      <dgm:t>
        <a:bodyPr/>
        <a:lstStyle/>
        <a:p>
          <a:endParaRPr lang="en-US"/>
        </a:p>
      </dgm:t>
    </dgm:pt>
    <dgm:pt modelId="{2B2D2B6C-2F93-44C0-A788-05FDC8343E9A}" type="pres">
      <dgm:prSet presAssocID="{C19976A8-81C6-4113-AD4B-D087B051A3D2}" presName="root2" presStyleCnt="0"/>
      <dgm:spPr/>
    </dgm:pt>
    <dgm:pt modelId="{C7573256-B701-4D08-A718-758F521DEF41}" type="pres">
      <dgm:prSet presAssocID="{C19976A8-81C6-4113-AD4B-D087B051A3D2}" presName="LevelTwoTextNode" presStyleLbl="node3" presStyleIdx="2" presStyleCnt="4" custScaleX="121951">
        <dgm:presLayoutVars>
          <dgm:chPref val="3"/>
        </dgm:presLayoutVars>
      </dgm:prSet>
      <dgm:spPr/>
      <dgm:t>
        <a:bodyPr/>
        <a:lstStyle/>
        <a:p>
          <a:endParaRPr lang="en-US"/>
        </a:p>
      </dgm:t>
    </dgm:pt>
    <dgm:pt modelId="{1FC5F82B-EB54-4385-AFF7-C68AEFDF76F6}" type="pres">
      <dgm:prSet presAssocID="{C19976A8-81C6-4113-AD4B-D087B051A3D2}" presName="level3hierChild" presStyleCnt="0"/>
      <dgm:spPr/>
    </dgm:pt>
    <dgm:pt modelId="{D2FBCEB4-D4EE-486F-B0D2-758BEE4921D1}" type="pres">
      <dgm:prSet presAssocID="{F25F0396-40A4-47C6-BB65-9EEB923C1F91}" presName="conn2-1" presStyleLbl="parChTrans1D3" presStyleIdx="3" presStyleCnt="4" custScaleX="1910951"/>
      <dgm:spPr/>
      <dgm:t>
        <a:bodyPr/>
        <a:lstStyle/>
        <a:p>
          <a:endParaRPr lang="en-US"/>
        </a:p>
      </dgm:t>
    </dgm:pt>
    <dgm:pt modelId="{BD091E9A-C398-409D-B51F-37BFF27C2620}" type="pres">
      <dgm:prSet presAssocID="{F25F0396-40A4-47C6-BB65-9EEB923C1F91}" presName="connTx" presStyleLbl="parChTrans1D3" presStyleIdx="3" presStyleCnt="4"/>
      <dgm:spPr/>
      <dgm:t>
        <a:bodyPr/>
        <a:lstStyle/>
        <a:p>
          <a:endParaRPr lang="en-US"/>
        </a:p>
      </dgm:t>
    </dgm:pt>
    <dgm:pt modelId="{8B73E7F4-D7E4-40D4-9810-EDA91E015308}" type="pres">
      <dgm:prSet presAssocID="{80846E67-C2BA-4D3A-B012-7FEDB080AC80}" presName="root2" presStyleCnt="0"/>
      <dgm:spPr/>
    </dgm:pt>
    <dgm:pt modelId="{F7D87FC8-83A0-440B-B0FC-07B4995237B1}" type="pres">
      <dgm:prSet presAssocID="{80846E67-C2BA-4D3A-B012-7FEDB080AC80}" presName="LevelTwoTextNode" presStyleLbl="node3" presStyleIdx="3" presStyleCnt="4" custScaleX="121951">
        <dgm:presLayoutVars>
          <dgm:chPref val="3"/>
        </dgm:presLayoutVars>
      </dgm:prSet>
      <dgm:spPr/>
      <dgm:t>
        <a:bodyPr/>
        <a:lstStyle/>
        <a:p>
          <a:endParaRPr lang="en-US"/>
        </a:p>
      </dgm:t>
    </dgm:pt>
    <dgm:pt modelId="{A27EAFC8-2682-4C86-A87F-F4D48A59A43C}" type="pres">
      <dgm:prSet presAssocID="{80846E67-C2BA-4D3A-B012-7FEDB080AC80}" presName="level3hierChild" presStyleCnt="0"/>
      <dgm:spPr/>
    </dgm:pt>
  </dgm:ptLst>
  <dgm:cxnLst>
    <dgm:cxn modelId="{54DED493-5A4B-42B3-8CE7-1FD24554A724}" srcId="{46CC7591-B636-48DF-A978-9DF9C6E8753C}" destId="{B056C72B-65CF-48AF-B4C9-1197F1B0617A}" srcOrd="3" destOrd="0" parTransId="{FB0C2D94-839D-4C0D-8502-C8660DD6BF2E}" sibTransId="{32D3E3B7-CEAD-4074-817D-6616938B6A6A}"/>
    <dgm:cxn modelId="{63DF9FA5-8B5F-4D96-86AA-4838B1862F76}" type="presOf" srcId="{B056C72B-65CF-48AF-B4C9-1197F1B0617A}" destId="{199213F4-F657-4A4B-B155-096E544E94F9}" srcOrd="0" destOrd="0" presId="urn:microsoft.com/office/officeart/2008/layout/HorizontalMultiLevelHierarchy"/>
    <dgm:cxn modelId="{51BADAC0-23F8-466A-A8B7-57ED9630B5AE}" srcId="{E3E855FA-3C81-47AA-8E9C-346BD4194EF9}" destId="{C19976A8-81C6-4113-AD4B-D087B051A3D2}" srcOrd="2" destOrd="0" parTransId="{52000648-45DF-4F6F-B22E-8D7AE23B738B}" sibTransId="{4B8FAF69-6674-489F-9099-D60D78285716}"/>
    <dgm:cxn modelId="{B5C637CA-A63C-45FA-9FE2-754C22A703C8}" type="presOf" srcId="{94DB05C8-8B72-4E3E-8888-FC76684A60B6}" destId="{C259F02B-4929-4AAF-A072-739B86B5421B}" srcOrd="0" destOrd="0" presId="urn:microsoft.com/office/officeart/2008/layout/HorizontalMultiLevelHierarchy"/>
    <dgm:cxn modelId="{03B48442-06BB-41AC-ABA5-341D65479E59}" type="presOf" srcId="{1DD5B560-C252-46C0-BADE-1006450D0BB0}" destId="{D41DFB4E-BF8D-46FE-92BF-A036138D917D}" srcOrd="0" destOrd="0" presId="urn:microsoft.com/office/officeart/2008/layout/HorizontalMultiLevelHierarchy"/>
    <dgm:cxn modelId="{F81AD5CF-DA5A-4E63-A833-A2F92B56DA9B}" type="presOf" srcId="{98FD88CF-AED3-4001-A6B3-F8BC7131F9FD}" destId="{96C383F9-5585-4281-99EA-7BF9EE2C9FF3}" srcOrd="1" destOrd="0" presId="urn:microsoft.com/office/officeart/2008/layout/HorizontalMultiLevelHierarchy"/>
    <dgm:cxn modelId="{C1DEB921-C96C-4DA4-B0D4-A354A386C6E4}" type="presOf" srcId="{FB0C2D94-839D-4C0D-8502-C8660DD6BF2E}" destId="{40089BE3-648A-4934-BC60-6CA50B533961}" srcOrd="0" destOrd="0" presId="urn:microsoft.com/office/officeart/2008/layout/HorizontalMultiLevelHierarchy"/>
    <dgm:cxn modelId="{F1A04C37-C6EC-4832-AB02-DAD2EBA3ECBC}" type="presOf" srcId="{61A6C91B-CB0A-451F-8396-C29043D2F55E}" destId="{A50AB5AF-A7C5-4F84-9058-9A01B62D495A}" srcOrd="0" destOrd="0" presId="urn:microsoft.com/office/officeart/2008/layout/HorizontalMultiLevelHierarchy"/>
    <dgm:cxn modelId="{E4711C3A-B3C0-46B2-BE3F-A490C0BD1916}" type="presOf" srcId="{46CC7591-B636-48DF-A978-9DF9C6E8753C}" destId="{52C78C25-A9C3-4350-A873-BFBE78F3855D}" srcOrd="0" destOrd="0" presId="urn:microsoft.com/office/officeart/2008/layout/HorizontalMultiLevelHierarchy"/>
    <dgm:cxn modelId="{18830DA9-4CDC-49E1-A282-2ED6DD4164DF}" type="presOf" srcId="{5F683918-3E32-4ABA-8F64-9648A1153C7D}" destId="{12916F81-7C24-4AB4-A732-DA3E3F11A259}" srcOrd="1" destOrd="0" presId="urn:microsoft.com/office/officeart/2008/layout/HorizontalMultiLevelHierarchy"/>
    <dgm:cxn modelId="{4666607E-6365-4989-B213-65B54584B446}" srcId="{46CC7591-B636-48DF-A978-9DF9C6E8753C}" destId="{57C157A0-2638-463E-93DC-45BB53816ECF}" srcOrd="4" destOrd="0" parTransId="{94DB05C8-8B72-4E3E-8888-FC76684A60B6}" sibTransId="{297BD288-7F86-48C3-BD26-3AFDC105D0DE}"/>
    <dgm:cxn modelId="{BD943695-9366-489B-8464-C21199F6E901}" type="presOf" srcId="{6AB5A6AC-E126-4BDB-99EE-75F670D84D1F}" destId="{32725EED-0D49-4616-ACD7-1279D4B1A631}" srcOrd="1" destOrd="0" presId="urn:microsoft.com/office/officeart/2008/layout/HorizontalMultiLevelHierarchy"/>
    <dgm:cxn modelId="{B2C01ED8-0878-421C-8B11-A7E34056921A}" type="presOf" srcId="{52000648-45DF-4F6F-B22E-8D7AE23B738B}" destId="{14544261-CB3C-4848-B835-8CBDE4AEFE08}" srcOrd="1" destOrd="0" presId="urn:microsoft.com/office/officeart/2008/layout/HorizontalMultiLevelHierarchy"/>
    <dgm:cxn modelId="{6CFD9D8F-40FE-48CF-B761-9C4EA3960553}" type="presOf" srcId="{57C157A0-2638-463E-93DC-45BB53816ECF}" destId="{86A12A8D-6768-4F32-B660-A7E9EA89AFB7}" srcOrd="0" destOrd="0" presId="urn:microsoft.com/office/officeart/2008/layout/HorizontalMultiLevelHierarchy"/>
    <dgm:cxn modelId="{1C85ED7B-1809-4259-BCBB-8DCD7A33D3D6}" type="presOf" srcId="{2322E899-1B0F-43B7-A2B0-2B7C6B7B3B74}" destId="{337EBFB1-62E0-4D1C-9589-C545CF068F65}" srcOrd="0" destOrd="0" presId="urn:microsoft.com/office/officeart/2008/layout/HorizontalMultiLevelHierarchy"/>
    <dgm:cxn modelId="{31903F35-E6D3-40D9-AFC9-CB6BFD851890}" type="presOf" srcId="{E3E855FA-3C81-47AA-8E9C-346BD4194EF9}" destId="{D6274592-F8BA-46D3-B7BE-B4793B445934}" srcOrd="0" destOrd="0" presId="urn:microsoft.com/office/officeart/2008/layout/HorizontalMultiLevelHierarchy"/>
    <dgm:cxn modelId="{372ECF11-176C-43A6-81E6-63E16DD22AB5}" srcId="{46CC7591-B636-48DF-A978-9DF9C6E8753C}" destId="{BBC3D9CB-461C-4CE4-8F6B-795ED99DEC1C}" srcOrd="1" destOrd="0" parTransId="{5F683918-3E32-4ABA-8F64-9648A1153C7D}" sibTransId="{4FF90119-6D4F-48E1-97DF-FA7C50D77D28}"/>
    <dgm:cxn modelId="{37080850-A3BA-4AA3-84D6-9A922E74D345}" srcId="{E3E855FA-3C81-47AA-8E9C-346BD4194EF9}" destId="{2322E899-1B0F-43B7-A2B0-2B7C6B7B3B74}" srcOrd="0" destOrd="0" parTransId="{61A6C91B-CB0A-451F-8396-C29043D2F55E}" sibTransId="{9C980CB8-30B9-421E-873F-B50546C4489A}"/>
    <dgm:cxn modelId="{E5C4C045-3800-4C3A-930D-1DD4DA8FB91A}" type="presOf" srcId="{F25F0396-40A4-47C6-BB65-9EEB923C1F91}" destId="{D2FBCEB4-D4EE-486F-B0D2-758BEE4921D1}" srcOrd="0" destOrd="0" presId="urn:microsoft.com/office/officeart/2008/layout/HorizontalMultiLevelHierarchy"/>
    <dgm:cxn modelId="{81E0E6F2-000C-47E1-B06D-30C6D90F3BD5}" srcId="{E3E855FA-3C81-47AA-8E9C-346BD4194EF9}" destId="{80846E67-C2BA-4D3A-B012-7FEDB080AC80}" srcOrd="3" destOrd="0" parTransId="{F25F0396-40A4-47C6-BB65-9EEB923C1F91}" sibTransId="{B6ACBA57-4D18-477F-ABE5-4B9FD9F11772}"/>
    <dgm:cxn modelId="{C0F38D73-30D8-4676-8573-B5EC46E921EE}" srcId="{E3E855FA-3C81-47AA-8E9C-346BD4194EF9}" destId="{455FCDB5-050A-4CF1-B028-C0DD3376504D}" srcOrd="1" destOrd="0" parTransId="{1DD5B560-C252-46C0-BADE-1006450D0BB0}" sibTransId="{9DBA2D3D-045F-4A6F-AB8C-C92CD541E632}"/>
    <dgm:cxn modelId="{4231C2FF-0C13-4E83-9D22-D2F9F61278F4}" type="presOf" srcId="{0E469F2C-63A2-4276-9AC0-3DEE161F0C9C}" destId="{C85A0E7D-44BA-4A5F-97A4-A8C46694C4A5}" srcOrd="0" destOrd="0" presId="urn:microsoft.com/office/officeart/2008/layout/HorizontalMultiLevelHierarchy"/>
    <dgm:cxn modelId="{15A3BC5C-4063-48F6-8AF6-84B978585009}" type="presOf" srcId="{6A0D7041-4E2C-4B6A-81A9-12B4090700BE}" destId="{475CEA12-5C77-409A-B9B5-353D31274932}" srcOrd="0" destOrd="0" presId="urn:microsoft.com/office/officeart/2008/layout/HorizontalMultiLevelHierarchy"/>
    <dgm:cxn modelId="{BFE89A52-A3DF-4F3B-B51B-631A8A91612A}" type="presOf" srcId="{F25F0396-40A4-47C6-BB65-9EEB923C1F91}" destId="{BD091E9A-C398-409D-B51F-37BFF27C2620}" srcOrd="1" destOrd="0" presId="urn:microsoft.com/office/officeart/2008/layout/HorizontalMultiLevelHierarchy"/>
    <dgm:cxn modelId="{D7ECC50A-B3C9-4E89-BD94-B41B76DC7B4F}" type="presOf" srcId="{94DB05C8-8B72-4E3E-8888-FC76684A60B6}" destId="{7577F7D7-5D0D-4F14-B8BE-27132D704833}" srcOrd="1" destOrd="0" presId="urn:microsoft.com/office/officeart/2008/layout/HorizontalMultiLevelHierarchy"/>
    <dgm:cxn modelId="{C3AE817D-3799-4F48-A28C-1CC12D89C179}" type="presOf" srcId="{5F683918-3E32-4ABA-8F64-9648A1153C7D}" destId="{C2949AB6-B710-4AD4-927D-AF75C3AD9926}" srcOrd="0" destOrd="0" presId="urn:microsoft.com/office/officeart/2008/layout/HorizontalMultiLevelHierarchy"/>
    <dgm:cxn modelId="{517D01E2-AC14-4703-A307-F1341FF12CFA}" type="presOf" srcId="{EC06924D-A206-4BCE-9A9A-2AB03F12440F}" destId="{86852FE6-0CA4-41A4-9A9F-F6B46475BECE}" srcOrd="0" destOrd="0" presId="urn:microsoft.com/office/officeart/2008/layout/HorizontalMultiLevelHierarchy"/>
    <dgm:cxn modelId="{AECA5B0F-0FFB-4E03-8BC2-C9D4C8B11978}" type="presOf" srcId="{6AB5A6AC-E126-4BDB-99EE-75F670D84D1F}" destId="{81B5B65E-08FD-4232-841D-074E2CE62054}" srcOrd="0" destOrd="0" presId="urn:microsoft.com/office/officeart/2008/layout/HorizontalMultiLevelHierarchy"/>
    <dgm:cxn modelId="{8CA02691-A703-4825-909A-6BC132018EE8}" type="presOf" srcId="{FB0C2D94-839D-4C0D-8502-C8660DD6BF2E}" destId="{CCFB3F99-CE79-40F0-A174-E2C0B31AB7C7}" srcOrd="1" destOrd="0" presId="urn:microsoft.com/office/officeart/2008/layout/HorizontalMultiLevelHierarchy"/>
    <dgm:cxn modelId="{B348ABCC-086D-4AAF-AF0C-6A0103E9CBAA}" type="presOf" srcId="{BBC3D9CB-461C-4CE4-8F6B-795ED99DEC1C}" destId="{4B0DBEDC-B01D-4CE2-8CC0-1B19C74730E3}" srcOrd="0" destOrd="0" presId="urn:microsoft.com/office/officeart/2008/layout/HorizontalMultiLevelHierarchy"/>
    <dgm:cxn modelId="{DB111DD1-D5D6-402B-9817-74552B940F8B}" srcId="{46CC7591-B636-48DF-A978-9DF9C6E8753C}" destId="{EC06924D-A206-4BCE-9A9A-2AB03F12440F}" srcOrd="2" destOrd="0" parTransId="{98FD88CF-AED3-4001-A6B3-F8BC7131F9FD}" sibTransId="{06B83D06-C648-4159-9A3A-AD148D3B7A2B}"/>
    <dgm:cxn modelId="{CB11BB37-1FBF-4734-8440-864034C201FB}" srcId="{46CC7591-B636-48DF-A978-9DF9C6E8753C}" destId="{E3E855FA-3C81-47AA-8E9C-346BD4194EF9}" srcOrd="5" destOrd="0" parTransId="{6A0D7041-4E2C-4B6A-81A9-12B4090700BE}" sibTransId="{07010E66-5345-4A67-B892-4E8B53BF8B2F}"/>
    <dgm:cxn modelId="{7B2B9337-BCB6-42B4-B107-066241172627}" srcId="{46CC7591-B636-48DF-A978-9DF9C6E8753C}" destId="{0E469F2C-63A2-4276-9AC0-3DEE161F0C9C}" srcOrd="0" destOrd="0" parTransId="{6AB5A6AC-E126-4BDB-99EE-75F670D84D1F}" sibTransId="{63F09D3C-82E9-40BF-9A69-CD4684C3B129}"/>
    <dgm:cxn modelId="{4AB37BD5-FF66-4509-8CAC-1DA26A08451C}" srcId="{28C5B601-9473-4842-9250-5780BA43CC95}" destId="{46CC7591-B636-48DF-A978-9DF9C6E8753C}" srcOrd="0" destOrd="0" parTransId="{53E25C7E-BDEF-4D3B-A858-A9E73CB714F2}" sibTransId="{FB700CF4-E8E0-4E13-8B6C-0AD68945D30B}"/>
    <dgm:cxn modelId="{00B7F0A6-1DEC-4169-9BD8-B98F9A5A2AB2}" type="presOf" srcId="{455FCDB5-050A-4CF1-B028-C0DD3376504D}" destId="{835D8D91-0C48-4016-8305-BA0EC1AEF5F5}" srcOrd="0" destOrd="0" presId="urn:microsoft.com/office/officeart/2008/layout/HorizontalMultiLevelHierarchy"/>
    <dgm:cxn modelId="{5620D581-2D50-42F0-AF67-76D6C2586792}" type="presOf" srcId="{80846E67-C2BA-4D3A-B012-7FEDB080AC80}" destId="{F7D87FC8-83A0-440B-B0FC-07B4995237B1}" srcOrd="0" destOrd="0" presId="urn:microsoft.com/office/officeart/2008/layout/HorizontalMultiLevelHierarchy"/>
    <dgm:cxn modelId="{6EC71E6F-C5C6-484B-8A87-61DE600E66A1}" type="presOf" srcId="{98FD88CF-AED3-4001-A6B3-F8BC7131F9FD}" destId="{A3721CC1-B123-4069-9CB9-BCCDAF8B963F}" srcOrd="0" destOrd="0" presId="urn:microsoft.com/office/officeart/2008/layout/HorizontalMultiLevelHierarchy"/>
    <dgm:cxn modelId="{903AD555-BB28-4044-BD0F-792EA41DC264}" type="presOf" srcId="{28C5B601-9473-4842-9250-5780BA43CC95}" destId="{A4D3E1A2-8BA6-4753-8179-758778B5E657}" srcOrd="0" destOrd="0" presId="urn:microsoft.com/office/officeart/2008/layout/HorizontalMultiLevelHierarchy"/>
    <dgm:cxn modelId="{5BB1C21A-2470-4DA7-83EE-31B3D1133441}" type="presOf" srcId="{52000648-45DF-4F6F-B22E-8D7AE23B738B}" destId="{B759D976-1CED-40F1-8A89-3736ECBDC7DE}" srcOrd="0" destOrd="0" presId="urn:microsoft.com/office/officeart/2008/layout/HorizontalMultiLevelHierarchy"/>
    <dgm:cxn modelId="{391B3FA9-E81B-41AA-A5B9-3F392992974A}" type="presOf" srcId="{1DD5B560-C252-46C0-BADE-1006450D0BB0}" destId="{A374D91E-E282-41FF-915A-622506F953EE}" srcOrd="1" destOrd="0" presId="urn:microsoft.com/office/officeart/2008/layout/HorizontalMultiLevelHierarchy"/>
    <dgm:cxn modelId="{29C08037-DDCD-45BB-8188-3800D40EB7DA}" type="presOf" srcId="{61A6C91B-CB0A-451F-8396-C29043D2F55E}" destId="{5D02104B-9816-49E6-B704-59F4B853A5BC}" srcOrd="1" destOrd="0" presId="urn:microsoft.com/office/officeart/2008/layout/HorizontalMultiLevelHierarchy"/>
    <dgm:cxn modelId="{26E988B8-E9B5-4312-8450-17349255DE87}" type="presOf" srcId="{6A0D7041-4E2C-4B6A-81A9-12B4090700BE}" destId="{0C3B8914-DC75-4B93-96B6-0F5CAC348DD2}" srcOrd="1" destOrd="0" presId="urn:microsoft.com/office/officeart/2008/layout/HorizontalMultiLevelHierarchy"/>
    <dgm:cxn modelId="{FB7F2FAB-5342-4B12-A5B8-921D46B144F7}" type="presOf" srcId="{C19976A8-81C6-4113-AD4B-D087B051A3D2}" destId="{C7573256-B701-4D08-A718-758F521DEF41}" srcOrd="0" destOrd="0" presId="urn:microsoft.com/office/officeart/2008/layout/HorizontalMultiLevelHierarchy"/>
    <dgm:cxn modelId="{4E44A6D9-6C05-4B4E-B83C-42F24656B5F1}" type="presParOf" srcId="{A4D3E1A2-8BA6-4753-8179-758778B5E657}" destId="{AE20E3EF-A437-49A8-9A96-C69739F158A1}" srcOrd="0" destOrd="0" presId="urn:microsoft.com/office/officeart/2008/layout/HorizontalMultiLevelHierarchy"/>
    <dgm:cxn modelId="{91E78BE7-8074-49BF-ABAF-F8EA310958BC}" type="presParOf" srcId="{AE20E3EF-A437-49A8-9A96-C69739F158A1}" destId="{52C78C25-A9C3-4350-A873-BFBE78F3855D}" srcOrd="0" destOrd="0" presId="urn:microsoft.com/office/officeart/2008/layout/HorizontalMultiLevelHierarchy"/>
    <dgm:cxn modelId="{DB7CEF3A-8524-4471-ABBA-F30D3B7932A7}" type="presParOf" srcId="{AE20E3EF-A437-49A8-9A96-C69739F158A1}" destId="{DAA7FFD6-E0EA-4874-AC3C-660D7C55D955}" srcOrd="1" destOrd="0" presId="urn:microsoft.com/office/officeart/2008/layout/HorizontalMultiLevelHierarchy"/>
    <dgm:cxn modelId="{8746899E-79C5-4027-BC17-AC8623762DED}" type="presParOf" srcId="{DAA7FFD6-E0EA-4874-AC3C-660D7C55D955}" destId="{81B5B65E-08FD-4232-841D-074E2CE62054}" srcOrd="0" destOrd="0" presId="urn:microsoft.com/office/officeart/2008/layout/HorizontalMultiLevelHierarchy"/>
    <dgm:cxn modelId="{5FD1CA9B-9D12-4CEE-B4DE-70E8D9B0E6B9}" type="presParOf" srcId="{81B5B65E-08FD-4232-841D-074E2CE62054}" destId="{32725EED-0D49-4616-ACD7-1279D4B1A631}" srcOrd="0" destOrd="0" presId="urn:microsoft.com/office/officeart/2008/layout/HorizontalMultiLevelHierarchy"/>
    <dgm:cxn modelId="{590CBA39-5B34-4A7A-A615-CD49A6B5BD1F}" type="presParOf" srcId="{DAA7FFD6-E0EA-4874-AC3C-660D7C55D955}" destId="{0098AB90-D80E-4D33-975A-566D72655A62}" srcOrd="1" destOrd="0" presId="urn:microsoft.com/office/officeart/2008/layout/HorizontalMultiLevelHierarchy"/>
    <dgm:cxn modelId="{5B821552-6D38-47A6-B089-F422498B0560}" type="presParOf" srcId="{0098AB90-D80E-4D33-975A-566D72655A62}" destId="{C85A0E7D-44BA-4A5F-97A4-A8C46694C4A5}" srcOrd="0" destOrd="0" presId="urn:microsoft.com/office/officeart/2008/layout/HorizontalMultiLevelHierarchy"/>
    <dgm:cxn modelId="{96C6625D-BA49-401E-AFC6-36EEEA140D04}" type="presParOf" srcId="{0098AB90-D80E-4D33-975A-566D72655A62}" destId="{A578C391-CFDF-4475-80B3-D99D2E1EA630}" srcOrd="1" destOrd="0" presId="urn:microsoft.com/office/officeart/2008/layout/HorizontalMultiLevelHierarchy"/>
    <dgm:cxn modelId="{90DBB923-7BA4-4682-BD7F-9509FF86583D}" type="presParOf" srcId="{DAA7FFD6-E0EA-4874-AC3C-660D7C55D955}" destId="{C2949AB6-B710-4AD4-927D-AF75C3AD9926}" srcOrd="2" destOrd="0" presId="urn:microsoft.com/office/officeart/2008/layout/HorizontalMultiLevelHierarchy"/>
    <dgm:cxn modelId="{314F6AC2-0787-4834-985B-BBE1BD6752AB}" type="presParOf" srcId="{C2949AB6-B710-4AD4-927D-AF75C3AD9926}" destId="{12916F81-7C24-4AB4-A732-DA3E3F11A259}" srcOrd="0" destOrd="0" presId="urn:microsoft.com/office/officeart/2008/layout/HorizontalMultiLevelHierarchy"/>
    <dgm:cxn modelId="{CC342220-95DD-42DA-8F47-CFF0A97C4B5E}" type="presParOf" srcId="{DAA7FFD6-E0EA-4874-AC3C-660D7C55D955}" destId="{F0B9A9BD-C883-4924-914D-BA0A0BD21FE6}" srcOrd="3" destOrd="0" presId="urn:microsoft.com/office/officeart/2008/layout/HorizontalMultiLevelHierarchy"/>
    <dgm:cxn modelId="{E22F0278-924C-4021-A946-3B88171CFDC0}" type="presParOf" srcId="{F0B9A9BD-C883-4924-914D-BA0A0BD21FE6}" destId="{4B0DBEDC-B01D-4CE2-8CC0-1B19C74730E3}" srcOrd="0" destOrd="0" presId="urn:microsoft.com/office/officeart/2008/layout/HorizontalMultiLevelHierarchy"/>
    <dgm:cxn modelId="{DB205424-ED45-4A85-9285-1B0965A3B308}" type="presParOf" srcId="{F0B9A9BD-C883-4924-914D-BA0A0BD21FE6}" destId="{B4C96B8E-249C-4886-BACD-44F0897FE0B7}" srcOrd="1" destOrd="0" presId="urn:microsoft.com/office/officeart/2008/layout/HorizontalMultiLevelHierarchy"/>
    <dgm:cxn modelId="{08E284E0-7EF6-422D-A870-C94C10380BDF}" type="presParOf" srcId="{DAA7FFD6-E0EA-4874-AC3C-660D7C55D955}" destId="{A3721CC1-B123-4069-9CB9-BCCDAF8B963F}" srcOrd="4" destOrd="0" presId="urn:microsoft.com/office/officeart/2008/layout/HorizontalMultiLevelHierarchy"/>
    <dgm:cxn modelId="{7D0C0AD8-6630-4713-80CE-27FDAB170F6D}" type="presParOf" srcId="{A3721CC1-B123-4069-9CB9-BCCDAF8B963F}" destId="{96C383F9-5585-4281-99EA-7BF9EE2C9FF3}" srcOrd="0" destOrd="0" presId="urn:microsoft.com/office/officeart/2008/layout/HorizontalMultiLevelHierarchy"/>
    <dgm:cxn modelId="{4BBACDD5-2592-42EE-B386-49BA7AED5DA3}" type="presParOf" srcId="{DAA7FFD6-E0EA-4874-AC3C-660D7C55D955}" destId="{24C9143D-2E10-4C9E-9C41-9049DFF504F6}" srcOrd="5" destOrd="0" presId="urn:microsoft.com/office/officeart/2008/layout/HorizontalMultiLevelHierarchy"/>
    <dgm:cxn modelId="{59E17259-1731-4D80-996D-EA0C788E8F0D}" type="presParOf" srcId="{24C9143D-2E10-4C9E-9C41-9049DFF504F6}" destId="{86852FE6-0CA4-41A4-9A9F-F6B46475BECE}" srcOrd="0" destOrd="0" presId="urn:microsoft.com/office/officeart/2008/layout/HorizontalMultiLevelHierarchy"/>
    <dgm:cxn modelId="{D640C2F1-FD7B-4EE8-8C16-C868D0EF68FA}" type="presParOf" srcId="{24C9143D-2E10-4C9E-9C41-9049DFF504F6}" destId="{59F3218A-4177-43A3-9865-5A658A026464}" srcOrd="1" destOrd="0" presId="urn:microsoft.com/office/officeart/2008/layout/HorizontalMultiLevelHierarchy"/>
    <dgm:cxn modelId="{131AF78A-7B96-4D36-BDB0-5E15EDA06645}" type="presParOf" srcId="{DAA7FFD6-E0EA-4874-AC3C-660D7C55D955}" destId="{40089BE3-648A-4934-BC60-6CA50B533961}" srcOrd="6" destOrd="0" presId="urn:microsoft.com/office/officeart/2008/layout/HorizontalMultiLevelHierarchy"/>
    <dgm:cxn modelId="{7012D015-F221-43F5-9CF3-8F4B0F39F672}" type="presParOf" srcId="{40089BE3-648A-4934-BC60-6CA50B533961}" destId="{CCFB3F99-CE79-40F0-A174-E2C0B31AB7C7}" srcOrd="0" destOrd="0" presId="urn:microsoft.com/office/officeart/2008/layout/HorizontalMultiLevelHierarchy"/>
    <dgm:cxn modelId="{A3A26CF3-AF04-4750-82A3-0FBF2D6D7E6D}" type="presParOf" srcId="{DAA7FFD6-E0EA-4874-AC3C-660D7C55D955}" destId="{EDCB7F76-0CF2-4A14-8064-D76F46478E15}" srcOrd="7" destOrd="0" presId="urn:microsoft.com/office/officeart/2008/layout/HorizontalMultiLevelHierarchy"/>
    <dgm:cxn modelId="{31E5300F-EAE2-4370-A4D4-DCFFF3C1942D}" type="presParOf" srcId="{EDCB7F76-0CF2-4A14-8064-D76F46478E15}" destId="{199213F4-F657-4A4B-B155-096E544E94F9}" srcOrd="0" destOrd="0" presId="urn:microsoft.com/office/officeart/2008/layout/HorizontalMultiLevelHierarchy"/>
    <dgm:cxn modelId="{DC51A132-F09C-47C3-85C0-DDB0FF48A351}" type="presParOf" srcId="{EDCB7F76-0CF2-4A14-8064-D76F46478E15}" destId="{90FBB27C-80E7-4DE2-B240-0DBF27C2E675}" srcOrd="1" destOrd="0" presId="urn:microsoft.com/office/officeart/2008/layout/HorizontalMultiLevelHierarchy"/>
    <dgm:cxn modelId="{5BC38C7E-2BAA-4382-BBC8-7EEED927C355}" type="presParOf" srcId="{DAA7FFD6-E0EA-4874-AC3C-660D7C55D955}" destId="{C259F02B-4929-4AAF-A072-739B86B5421B}" srcOrd="8" destOrd="0" presId="urn:microsoft.com/office/officeart/2008/layout/HorizontalMultiLevelHierarchy"/>
    <dgm:cxn modelId="{321727CA-ECFA-42AD-812C-CBF5805B19BD}" type="presParOf" srcId="{C259F02B-4929-4AAF-A072-739B86B5421B}" destId="{7577F7D7-5D0D-4F14-B8BE-27132D704833}" srcOrd="0" destOrd="0" presId="urn:microsoft.com/office/officeart/2008/layout/HorizontalMultiLevelHierarchy"/>
    <dgm:cxn modelId="{99903A48-177F-417E-A356-919D3C3B76EB}" type="presParOf" srcId="{DAA7FFD6-E0EA-4874-AC3C-660D7C55D955}" destId="{677D8FBB-8CF6-4BF5-BC71-F360555283B8}" srcOrd="9" destOrd="0" presId="urn:microsoft.com/office/officeart/2008/layout/HorizontalMultiLevelHierarchy"/>
    <dgm:cxn modelId="{B6BBCCC7-2F34-4898-800C-BF691DE49D24}" type="presParOf" srcId="{677D8FBB-8CF6-4BF5-BC71-F360555283B8}" destId="{86A12A8D-6768-4F32-B660-A7E9EA89AFB7}" srcOrd="0" destOrd="0" presId="urn:microsoft.com/office/officeart/2008/layout/HorizontalMultiLevelHierarchy"/>
    <dgm:cxn modelId="{797D0610-AE9C-46EF-8CF0-5FB27C474C5B}" type="presParOf" srcId="{677D8FBB-8CF6-4BF5-BC71-F360555283B8}" destId="{275516D2-552A-4CD9-8D58-DCC7E45FC339}" srcOrd="1" destOrd="0" presId="urn:microsoft.com/office/officeart/2008/layout/HorizontalMultiLevelHierarchy"/>
    <dgm:cxn modelId="{A9A359E6-27BB-43EC-A86D-23E00C59D7AE}" type="presParOf" srcId="{DAA7FFD6-E0EA-4874-AC3C-660D7C55D955}" destId="{475CEA12-5C77-409A-B9B5-353D31274932}" srcOrd="10" destOrd="0" presId="urn:microsoft.com/office/officeart/2008/layout/HorizontalMultiLevelHierarchy"/>
    <dgm:cxn modelId="{9E2BCAF5-C015-4A17-99CA-3F1EEEC4576B}" type="presParOf" srcId="{475CEA12-5C77-409A-B9B5-353D31274932}" destId="{0C3B8914-DC75-4B93-96B6-0F5CAC348DD2}" srcOrd="0" destOrd="0" presId="urn:microsoft.com/office/officeart/2008/layout/HorizontalMultiLevelHierarchy"/>
    <dgm:cxn modelId="{EB0F7DCA-C665-45C7-A891-9E7528305C73}" type="presParOf" srcId="{DAA7FFD6-E0EA-4874-AC3C-660D7C55D955}" destId="{D9CD1316-73D2-4CB3-9148-58D251AD6F49}" srcOrd="11" destOrd="0" presId="urn:microsoft.com/office/officeart/2008/layout/HorizontalMultiLevelHierarchy"/>
    <dgm:cxn modelId="{4C81CD3B-C64F-44D7-9FC6-1346CDA849E2}" type="presParOf" srcId="{D9CD1316-73D2-4CB3-9148-58D251AD6F49}" destId="{D6274592-F8BA-46D3-B7BE-B4793B445934}" srcOrd="0" destOrd="0" presId="urn:microsoft.com/office/officeart/2008/layout/HorizontalMultiLevelHierarchy"/>
    <dgm:cxn modelId="{803E0F9E-D037-4497-8DCE-8E5F21933F3C}" type="presParOf" srcId="{D9CD1316-73D2-4CB3-9148-58D251AD6F49}" destId="{CCA66F45-754F-40CD-92B4-04F29133C709}" srcOrd="1" destOrd="0" presId="urn:microsoft.com/office/officeart/2008/layout/HorizontalMultiLevelHierarchy"/>
    <dgm:cxn modelId="{5423FABD-1E3F-41AA-85D8-4A08B8A1C184}" type="presParOf" srcId="{CCA66F45-754F-40CD-92B4-04F29133C709}" destId="{A50AB5AF-A7C5-4F84-9058-9A01B62D495A}" srcOrd="0" destOrd="0" presId="urn:microsoft.com/office/officeart/2008/layout/HorizontalMultiLevelHierarchy"/>
    <dgm:cxn modelId="{75549DF4-92A2-4BD3-9BC9-908CB797A74F}" type="presParOf" srcId="{A50AB5AF-A7C5-4F84-9058-9A01B62D495A}" destId="{5D02104B-9816-49E6-B704-59F4B853A5BC}" srcOrd="0" destOrd="0" presId="urn:microsoft.com/office/officeart/2008/layout/HorizontalMultiLevelHierarchy"/>
    <dgm:cxn modelId="{8E1BB416-BBF2-45F7-A82B-773687E2EA8F}" type="presParOf" srcId="{CCA66F45-754F-40CD-92B4-04F29133C709}" destId="{2DDD0467-9521-43B3-BF39-A5FAF413342B}" srcOrd="1" destOrd="0" presId="urn:microsoft.com/office/officeart/2008/layout/HorizontalMultiLevelHierarchy"/>
    <dgm:cxn modelId="{51C0EF81-A8F5-4EAC-BFA2-81D765C85CB2}" type="presParOf" srcId="{2DDD0467-9521-43B3-BF39-A5FAF413342B}" destId="{337EBFB1-62E0-4D1C-9589-C545CF068F65}" srcOrd="0" destOrd="0" presId="urn:microsoft.com/office/officeart/2008/layout/HorizontalMultiLevelHierarchy"/>
    <dgm:cxn modelId="{7AE33767-5B58-4C03-AA51-4189A80FDCAD}" type="presParOf" srcId="{2DDD0467-9521-43B3-BF39-A5FAF413342B}" destId="{B42E6A1A-8D4E-41C4-9E2F-57F8EE951967}" srcOrd="1" destOrd="0" presId="urn:microsoft.com/office/officeart/2008/layout/HorizontalMultiLevelHierarchy"/>
    <dgm:cxn modelId="{6D01B294-6D0F-47AF-8834-35BE6EF60052}" type="presParOf" srcId="{CCA66F45-754F-40CD-92B4-04F29133C709}" destId="{D41DFB4E-BF8D-46FE-92BF-A036138D917D}" srcOrd="2" destOrd="0" presId="urn:microsoft.com/office/officeart/2008/layout/HorizontalMultiLevelHierarchy"/>
    <dgm:cxn modelId="{5F1D663A-0FEC-4E1D-80FB-91662A29B902}" type="presParOf" srcId="{D41DFB4E-BF8D-46FE-92BF-A036138D917D}" destId="{A374D91E-E282-41FF-915A-622506F953EE}" srcOrd="0" destOrd="0" presId="urn:microsoft.com/office/officeart/2008/layout/HorizontalMultiLevelHierarchy"/>
    <dgm:cxn modelId="{AF5A3619-5835-43CC-9408-38BE2D7CC905}" type="presParOf" srcId="{CCA66F45-754F-40CD-92B4-04F29133C709}" destId="{9D8EF612-B2AC-488C-B2D5-A4AB5150B2D5}" srcOrd="3" destOrd="0" presId="urn:microsoft.com/office/officeart/2008/layout/HorizontalMultiLevelHierarchy"/>
    <dgm:cxn modelId="{EB0F15ED-B49D-4618-94BB-73E85CCA942D}" type="presParOf" srcId="{9D8EF612-B2AC-488C-B2D5-A4AB5150B2D5}" destId="{835D8D91-0C48-4016-8305-BA0EC1AEF5F5}" srcOrd="0" destOrd="0" presId="urn:microsoft.com/office/officeart/2008/layout/HorizontalMultiLevelHierarchy"/>
    <dgm:cxn modelId="{70D04ED8-8D3E-4536-87E0-65416A1986CC}" type="presParOf" srcId="{9D8EF612-B2AC-488C-B2D5-A4AB5150B2D5}" destId="{F93D0BE4-A0FA-4BCF-A103-C9F4E1FE6E6E}" srcOrd="1" destOrd="0" presId="urn:microsoft.com/office/officeart/2008/layout/HorizontalMultiLevelHierarchy"/>
    <dgm:cxn modelId="{68BC61E0-59CA-4AFF-9A8B-91C77CF05B8A}" type="presParOf" srcId="{CCA66F45-754F-40CD-92B4-04F29133C709}" destId="{B759D976-1CED-40F1-8A89-3736ECBDC7DE}" srcOrd="4" destOrd="0" presId="urn:microsoft.com/office/officeart/2008/layout/HorizontalMultiLevelHierarchy"/>
    <dgm:cxn modelId="{8A3CF5E1-6662-41FF-92D1-FC9F360ACC52}" type="presParOf" srcId="{B759D976-1CED-40F1-8A89-3736ECBDC7DE}" destId="{14544261-CB3C-4848-B835-8CBDE4AEFE08}" srcOrd="0" destOrd="0" presId="urn:microsoft.com/office/officeart/2008/layout/HorizontalMultiLevelHierarchy"/>
    <dgm:cxn modelId="{D669D5E3-2FD5-4CCA-9F66-0859A8A90AEE}" type="presParOf" srcId="{CCA66F45-754F-40CD-92B4-04F29133C709}" destId="{2B2D2B6C-2F93-44C0-A788-05FDC8343E9A}" srcOrd="5" destOrd="0" presId="urn:microsoft.com/office/officeart/2008/layout/HorizontalMultiLevelHierarchy"/>
    <dgm:cxn modelId="{D321DCB9-85F3-483D-AB8A-7951FCE7F609}" type="presParOf" srcId="{2B2D2B6C-2F93-44C0-A788-05FDC8343E9A}" destId="{C7573256-B701-4D08-A718-758F521DEF41}" srcOrd="0" destOrd="0" presId="urn:microsoft.com/office/officeart/2008/layout/HorizontalMultiLevelHierarchy"/>
    <dgm:cxn modelId="{89285EE8-A22F-4F1C-89BA-A8AF91CDD11C}" type="presParOf" srcId="{2B2D2B6C-2F93-44C0-A788-05FDC8343E9A}" destId="{1FC5F82B-EB54-4385-AFF7-C68AEFDF76F6}" srcOrd="1" destOrd="0" presId="urn:microsoft.com/office/officeart/2008/layout/HorizontalMultiLevelHierarchy"/>
    <dgm:cxn modelId="{85ECCE96-62FB-4E66-A942-9FBD0E24794A}" type="presParOf" srcId="{CCA66F45-754F-40CD-92B4-04F29133C709}" destId="{D2FBCEB4-D4EE-486F-B0D2-758BEE4921D1}" srcOrd="6" destOrd="0" presId="urn:microsoft.com/office/officeart/2008/layout/HorizontalMultiLevelHierarchy"/>
    <dgm:cxn modelId="{A3178978-04E7-4758-8236-326DD99797CE}" type="presParOf" srcId="{D2FBCEB4-D4EE-486F-B0D2-758BEE4921D1}" destId="{BD091E9A-C398-409D-B51F-37BFF27C2620}" srcOrd="0" destOrd="0" presId="urn:microsoft.com/office/officeart/2008/layout/HorizontalMultiLevelHierarchy"/>
    <dgm:cxn modelId="{8B09CD2C-48C2-4853-8044-4E9C9503BA43}" type="presParOf" srcId="{CCA66F45-754F-40CD-92B4-04F29133C709}" destId="{8B73E7F4-D7E4-40D4-9810-EDA91E015308}" srcOrd="7" destOrd="0" presId="urn:microsoft.com/office/officeart/2008/layout/HorizontalMultiLevelHierarchy"/>
    <dgm:cxn modelId="{D41BF253-F62B-4496-9A96-DBE211B2C21B}" type="presParOf" srcId="{8B73E7F4-D7E4-40D4-9810-EDA91E015308}" destId="{F7D87FC8-83A0-440B-B0FC-07B4995237B1}" srcOrd="0" destOrd="0" presId="urn:microsoft.com/office/officeart/2008/layout/HorizontalMultiLevelHierarchy"/>
    <dgm:cxn modelId="{C12854ED-1DF6-47BC-9D34-9B01B23BFAF1}" type="presParOf" srcId="{8B73E7F4-D7E4-40D4-9810-EDA91E015308}" destId="{A27EAFC8-2682-4C86-A87F-F4D48A59A43C}"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FBCEB4-D4EE-486F-B0D2-758BEE4921D1}">
      <dsp:nvSpPr>
        <dsp:cNvPr id="0" name=""/>
        <dsp:cNvSpPr/>
      </dsp:nvSpPr>
      <dsp:spPr>
        <a:xfrm>
          <a:off x="5548255" y="3217690"/>
          <a:ext cx="312487" cy="893160"/>
        </a:xfrm>
        <a:custGeom>
          <a:avLst/>
          <a:gdLst/>
          <a:ahLst/>
          <a:cxnLst/>
          <a:rect l="0" t="0" r="0" b="0"/>
          <a:pathLst>
            <a:path>
              <a:moveTo>
                <a:pt x="0" y="0"/>
              </a:moveTo>
              <a:lnTo>
                <a:pt x="156243" y="0"/>
              </a:lnTo>
              <a:lnTo>
                <a:pt x="156243" y="893160"/>
              </a:lnTo>
              <a:lnTo>
                <a:pt x="312487" y="893160"/>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latin typeface="Arial Rounded MT Bold" panose="020F0704030504030204" pitchFamily="34" charset="0"/>
          </a:endParaRPr>
        </a:p>
      </dsp:txBody>
      <dsp:txXfrm>
        <a:off x="5252441" y="3640614"/>
        <a:ext cx="904116" cy="47312"/>
      </dsp:txXfrm>
    </dsp:sp>
    <dsp:sp modelId="{B759D976-1CED-40F1-8A89-3736ECBDC7DE}">
      <dsp:nvSpPr>
        <dsp:cNvPr id="0" name=""/>
        <dsp:cNvSpPr/>
      </dsp:nvSpPr>
      <dsp:spPr>
        <a:xfrm>
          <a:off x="5548255" y="3217690"/>
          <a:ext cx="312487" cy="297720"/>
        </a:xfrm>
        <a:custGeom>
          <a:avLst/>
          <a:gdLst/>
          <a:ahLst/>
          <a:cxnLst/>
          <a:rect l="0" t="0" r="0" b="0"/>
          <a:pathLst>
            <a:path>
              <a:moveTo>
                <a:pt x="0" y="0"/>
              </a:moveTo>
              <a:lnTo>
                <a:pt x="156243" y="0"/>
              </a:lnTo>
              <a:lnTo>
                <a:pt x="156243" y="297720"/>
              </a:lnTo>
              <a:lnTo>
                <a:pt x="312487" y="297720"/>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latin typeface="Arial Rounded MT Bold" panose="020F0704030504030204" pitchFamily="34" charset="0"/>
          </a:endParaRPr>
        </a:p>
      </dsp:txBody>
      <dsp:txXfrm>
        <a:off x="5498304" y="3355760"/>
        <a:ext cx="412391" cy="21580"/>
      </dsp:txXfrm>
    </dsp:sp>
    <dsp:sp modelId="{D41DFB4E-BF8D-46FE-92BF-A036138D917D}">
      <dsp:nvSpPr>
        <dsp:cNvPr id="0" name=""/>
        <dsp:cNvSpPr/>
      </dsp:nvSpPr>
      <dsp:spPr>
        <a:xfrm>
          <a:off x="5548255" y="2919969"/>
          <a:ext cx="312487" cy="297720"/>
        </a:xfrm>
        <a:custGeom>
          <a:avLst/>
          <a:gdLst/>
          <a:ahLst/>
          <a:cxnLst/>
          <a:rect l="0" t="0" r="0" b="0"/>
          <a:pathLst>
            <a:path>
              <a:moveTo>
                <a:pt x="0" y="297720"/>
              </a:moveTo>
              <a:lnTo>
                <a:pt x="156243" y="297720"/>
              </a:lnTo>
              <a:lnTo>
                <a:pt x="156243" y="0"/>
              </a:lnTo>
              <a:lnTo>
                <a:pt x="312487" y="0"/>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latin typeface="Arial Rounded MT Bold" panose="020F0704030504030204" pitchFamily="34" charset="0"/>
          </a:endParaRPr>
        </a:p>
      </dsp:txBody>
      <dsp:txXfrm>
        <a:off x="5498304" y="3058039"/>
        <a:ext cx="412391" cy="21580"/>
      </dsp:txXfrm>
    </dsp:sp>
    <dsp:sp modelId="{A50AB5AF-A7C5-4F84-9058-9A01B62D495A}">
      <dsp:nvSpPr>
        <dsp:cNvPr id="0" name=""/>
        <dsp:cNvSpPr/>
      </dsp:nvSpPr>
      <dsp:spPr>
        <a:xfrm>
          <a:off x="5548255" y="2324529"/>
          <a:ext cx="312487" cy="893160"/>
        </a:xfrm>
        <a:custGeom>
          <a:avLst/>
          <a:gdLst/>
          <a:ahLst/>
          <a:cxnLst/>
          <a:rect l="0" t="0" r="0" b="0"/>
          <a:pathLst>
            <a:path>
              <a:moveTo>
                <a:pt x="0" y="893160"/>
              </a:moveTo>
              <a:lnTo>
                <a:pt x="156243" y="893160"/>
              </a:lnTo>
              <a:lnTo>
                <a:pt x="156243" y="0"/>
              </a:lnTo>
              <a:lnTo>
                <a:pt x="312487" y="0"/>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latin typeface="Arial Rounded MT Bold" panose="020F0704030504030204" pitchFamily="34" charset="0"/>
          </a:endParaRPr>
        </a:p>
      </dsp:txBody>
      <dsp:txXfrm>
        <a:off x="5252441" y="2747453"/>
        <a:ext cx="904116" cy="47312"/>
      </dsp:txXfrm>
    </dsp:sp>
    <dsp:sp modelId="{475CEA12-5C77-409A-B9B5-353D31274932}">
      <dsp:nvSpPr>
        <dsp:cNvPr id="0" name=""/>
        <dsp:cNvSpPr/>
      </dsp:nvSpPr>
      <dsp:spPr>
        <a:xfrm>
          <a:off x="3330362" y="1729088"/>
          <a:ext cx="312487" cy="1488601"/>
        </a:xfrm>
        <a:custGeom>
          <a:avLst/>
          <a:gdLst/>
          <a:ahLst/>
          <a:cxnLst/>
          <a:rect l="0" t="0" r="0" b="0"/>
          <a:pathLst>
            <a:path>
              <a:moveTo>
                <a:pt x="0" y="0"/>
              </a:moveTo>
              <a:lnTo>
                <a:pt x="156243" y="0"/>
              </a:lnTo>
              <a:lnTo>
                <a:pt x="156243" y="1488601"/>
              </a:lnTo>
              <a:lnTo>
                <a:pt x="312487" y="1488601"/>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latin typeface="Arial Rounded MT Bold" panose="020F0704030504030204" pitchFamily="34" charset="0"/>
          </a:endParaRPr>
        </a:p>
      </dsp:txBody>
      <dsp:txXfrm>
        <a:off x="2759944" y="2435363"/>
        <a:ext cx="1453322" cy="76052"/>
      </dsp:txXfrm>
    </dsp:sp>
    <dsp:sp modelId="{C259F02B-4929-4AAF-A072-739B86B5421B}">
      <dsp:nvSpPr>
        <dsp:cNvPr id="0" name=""/>
        <dsp:cNvSpPr/>
      </dsp:nvSpPr>
      <dsp:spPr>
        <a:xfrm>
          <a:off x="3330362" y="1729088"/>
          <a:ext cx="312487" cy="893160"/>
        </a:xfrm>
        <a:custGeom>
          <a:avLst/>
          <a:gdLst/>
          <a:ahLst/>
          <a:cxnLst/>
          <a:rect l="0" t="0" r="0" b="0"/>
          <a:pathLst>
            <a:path>
              <a:moveTo>
                <a:pt x="0" y="0"/>
              </a:moveTo>
              <a:lnTo>
                <a:pt x="156243" y="0"/>
              </a:lnTo>
              <a:lnTo>
                <a:pt x="156243" y="893160"/>
              </a:lnTo>
              <a:lnTo>
                <a:pt x="312487" y="893160"/>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latin typeface="Arial Rounded MT Bold" panose="020F0704030504030204" pitchFamily="34" charset="0"/>
          </a:endParaRPr>
        </a:p>
      </dsp:txBody>
      <dsp:txXfrm>
        <a:off x="3034547" y="2152012"/>
        <a:ext cx="904116" cy="47312"/>
      </dsp:txXfrm>
    </dsp:sp>
    <dsp:sp modelId="{40089BE3-648A-4934-BC60-6CA50B533961}">
      <dsp:nvSpPr>
        <dsp:cNvPr id="0" name=""/>
        <dsp:cNvSpPr/>
      </dsp:nvSpPr>
      <dsp:spPr>
        <a:xfrm>
          <a:off x="3330362" y="1729088"/>
          <a:ext cx="312487" cy="297720"/>
        </a:xfrm>
        <a:custGeom>
          <a:avLst/>
          <a:gdLst/>
          <a:ahLst/>
          <a:cxnLst/>
          <a:rect l="0" t="0" r="0" b="0"/>
          <a:pathLst>
            <a:path>
              <a:moveTo>
                <a:pt x="0" y="0"/>
              </a:moveTo>
              <a:lnTo>
                <a:pt x="156243" y="0"/>
              </a:lnTo>
              <a:lnTo>
                <a:pt x="156243" y="297720"/>
              </a:lnTo>
              <a:lnTo>
                <a:pt x="312487" y="297720"/>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latin typeface="Arial Rounded MT Bold" panose="020F0704030504030204" pitchFamily="34" charset="0"/>
          </a:endParaRPr>
        </a:p>
      </dsp:txBody>
      <dsp:txXfrm>
        <a:off x="3280410" y="1867158"/>
        <a:ext cx="412391" cy="21580"/>
      </dsp:txXfrm>
    </dsp:sp>
    <dsp:sp modelId="{A3721CC1-B123-4069-9CB9-BCCDAF8B963F}">
      <dsp:nvSpPr>
        <dsp:cNvPr id="0" name=""/>
        <dsp:cNvSpPr/>
      </dsp:nvSpPr>
      <dsp:spPr>
        <a:xfrm>
          <a:off x="3330362" y="1431368"/>
          <a:ext cx="312487" cy="297720"/>
        </a:xfrm>
        <a:custGeom>
          <a:avLst/>
          <a:gdLst/>
          <a:ahLst/>
          <a:cxnLst/>
          <a:rect l="0" t="0" r="0" b="0"/>
          <a:pathLst>
            <a:path>
              <a:moveTo>
                <a:pt x="0" y="297720"/>
              </a:moveTo>
              <a:lnTo>
                <a:pt x="156243" y="297720"/>
              </a:lnTo>
              <a:lnTo>
                <a:pt x="156243" y="0"/>
              </a:lnTo>
              <a:lnTo>
                <a:pt x="312487" y="0"/>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latin typeface="Arial Rounded MT Bold" panose="020F0704030504030204" pitchFamily="34" charset="0"/>
          </a:endParaRPr>
        </a:p>
      </dsp:txBody>
      <dsp:txXfrm>
        <a:off x="3280410" y="1569438"/>
        <a:ext cx="412391" cy="21580"/>
      </dsp:txXfrm>
    </dsp:sp>
    <dsp:sp modelId="{C2949AB6-B710-4AD4-927D-AF75C3AD9926}">
      <dsp:nvSpPr>
        <dsp:cNvPr id="0" name=""/>
        <dsp:cNvSpPr/>
      </dsp:nvSpPr>
      <dsp:spPr>
        <a:xfrm>
          <a:off x="3330362" y="835927"/>
          <a:ext cx="312487" cy="893160"/>
        </a:xfrm>
        <a:custGeom>
          <a:avLst/>
          <a:gdLst/>
          <a:ahLst/>
          <a:cxnLst/>
          <a:rect l="0" t="0" r="0" b="0"/>
          <a:pathLst>
            <a:path>
              <a:moveTo>
                <a:pt x="0" y="893160"/>
              </a:moveTo>
              <a:lnTo>
                <a:pt x="156243" y="893160"/>
              </a:lnTo>
              <a:lnTo>
                <a:pt x="156243" y="0"/>
              </a:lnTo>
              <a:lnTo>
                <a:pt x="312487" y="0"/>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latin typeface="Arial Rounded MT Bold" panose="020F0704030504030204" pitchFamily="34" charset="0"/>
          </a:endParaRPr>
        </a:p>
      </dsp:txBody>
      <dsp:txXfrm>
        <a:off x="3034547" y="1258851"/>
        <a:ext cx="904116" cy="47312"/>
      </dsp:txXfrm>
    </dsp:sp>
    <dsp:sp modelId="{81B5B65E-08FD-4232-841D-074E2CE62054}">
      <dsp:nvSpPr>
        <dsp:cNvPr id="0" name=""/>
        <dsp:cNvSpPr/>
      </dsp:nvSpPr>
      <dsp:spPr>
        <a:xfrm>
          <a:off x="3330362" y="240486"/>
          <a:ext cx="312487" cy="1488601"/>
        </a:xfrm>
        <a:custGeom>
          <a:avLst/>
          <a:gdLst/>
          <a:ahLst/>
          <a:cxnLst/>
          <a:rect l="0" t="0" r="0" b="0"/>
          <a:pathLst>
            <a:path>
              <a:moveTo>
                <a:pt x="0" y="1488601"/>
              </a:moveTo>
              <a:lnTo>
                <a:pt x="156243" y="1488601"/>
              </a:lnTo>
              <a:lnTo>
                <a:pt x="156243" y="0"/>
              </a:lnTo>
              <a:lnTo>
                <a:pt x="312487" y="0"/>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latin typeface="Arial Rounded MT Bold" panose="020F0704030504030204" pitchFamily="34" charset="0"/>
          </a:endParaRPr>
        </a:p>
      </dsp:txBody>
      <dsp:txXfrm>
        <a:off x="2759944" y="946761"/>
        <a:ext cx="1453322" cy="76052"/>
      </dsp:txXfrm>
    </dsp:sp>
    <dsp:sp modelId="{52C78C25-A9C3-4350-A873-BFBE78F3855D}">
      <dsp:nvSpPr>
        <dsp:cNvPr id="0" name=""/>
        <dsp:cNvSpPr/>
      </dsp:nvSpPr>
      <dsp:spPr>
        <a:xfrm rot="16200000">
          <a:off x="1615235" y="1438632"/>
          <a:ext cx="2849340" cy="580911"/>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lvl="0" algn="ctr" defTabSz="1689100">
            <a:lnSpc>
              <a:spcPct val="90000"/>
            </a:lnSpc>
            <a:spcBef>
              <a:spcPct val="0"/>
            </a:spcBef>
            <a:spcAft>
              <a:spcPct val="35000"/>
            </a:spcAft>
          </a:pPr>
          <a:r>
            <a:rPr lang="en-US" sz="3800" kern="1200" dirty="0" err="1" smtClean="0">
              <a:latin typeface="Arial Rounded MT Bold" panose="020F0704030504030204" pitchFamily="34" charset="0"/>
            </a:rPr>
            <a:t>Matematika</a:t>
          </a:r>
          <a:endParaRPr lang="en-US" sz="3800" kern="1200" dirty="0">
            <a:latin typeface="Arial Rounded MT Bold" panose="020F0704030504030204" pitchFamily="34" charset="0"/>
          </a:endParaRPr>
        </a:p>
      </dsp:txBody>
      <dsp:txXfrm>
        <a:off x="1615235" y="1438632"/>
        <a:ext cx="2849340" cy="580911"/>
      </dsp:txXfrm>
    </dsp:sp>
    <dsp:sp modelId="{C85A0E7D-44BA-4A5F-97A4-A8C46694C4A5}">
      <dsp:nvSpPr>
        <dsp:cNvPr id="0" name=""/>
        <dsp:cNvSpPr/>
      </dsp:nvSpPr>
      <dsp:spPr>
        <a:xfrm>
          <a:off x="3642849" y="2310"/>
          <a:ext cx="1905406" cy="476352"/>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err="1" smtClean="0">
              <a:latin typeface="Arial Rounded MT Bold" panose="020F0704030504030204" pitchFamily="34" charset="0"/>
            </a:rPr>
            <a:t>Aritmatika</a:t>
          </a:r>
          <a:endParaRPr lang="en-US" sz="1700" kern="1200" dirty="0">
            <a:latin typeface="Arial Rounded MT Bold" panose="020F0704030504030204" pitchFamily="34" charset="0"/>
          </a:endParaRPr>
        </a:p>
      </dsp:txBody>
      <dsp:txXfrm>
        <a:off x="3642849" y="2310"/>
        <a:ext cx="1905406" cy="476352"/>
      </dsp:txXfrm>
    </dsp:sp>
    <dsp:sp modelId="{4B0DBEDC-B01D-4CE2-8CC0-1B19C74730E3}">
      <dsp:nvSpPr>
        <dsp:cNvPr id="0" name=""/>
        <dsp:cNvSpPr/>
      </dsp:nvSpPr>
      <dsp:spPr>
        <a:xfrm>
          <a:off x="3642849" y="597751"/>
          <a:ext cx="1905406" cy="476352"/>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err="1" smtClean="0">
              <a:latin typeface="Arial Rounded MT Bold" panose="020F0704030504030204" pitchFamily="34" charset="0"/>
            </a:rPr>
            <a:t>Geometri</a:t>
          </a:r>
          <a:endParaRPr lang="en-US" sz="1700" kern="1200" dirty="0">
            <a:latin typeface="Arial Rounded MT Bold" panose="020F0704030504030204" pitchFamily="34" charset="0"/>
          </a:endParaRPr>
        </a:p>
      </dsp:txBody>
      <dsp:txXfrm>
        <a:off x="3642849" y="597751"/>
        <a:ext cx="1905406" cy="476352"/>
      </dsp:txXfrm>
    </dsp:sp>
    <dsp:sp modelId="{86852FE6-0CA4-41A4-9A9F-F6B46475BECE}">
      <dsp:nvSpPr>
        <dsp:cNvPr id="0" name=""/>
        <dsp:cNvSpPr/>
      </dsp:nvSpPr>
      <dsp:spPr>
        <a:xfrm>
          <a:off x="3642849" y="1193191"/>
          <a:ext cx="1905406" cy="476352"/>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err="1" smtClean="0">
              <a:latin typeface="Arial Rounded MT Bold" panose="020F0704030504030204" pitchFamily="34" charset="0"/>
            </a:rPr>
            <a:t>Aljabar</a:t>
          </a:r>
          <a:endParaRPr lang="en-US" sz="1700" kern="1200" dirty="0">
            <a:latin typeface="Arial Rounded MT Bold" panose="020F0704030504030204" pitchFamily="34" charset="0"/>
          </a:endParaRPr>
        </a:p>
      </dsp:txBody>
      <dsp:txXfrm>
        <a:off x="3642849" y="1193191"/>
        <a:ext cx="1905406" cy="476352"/>
      </dsp:txXfrm>
    </dsp:sp>
    <dsp:sp modelId="{199213F4-F657-4A4B-B155-096E544E94F9}">
      <dsp:nvSpPr>
        <dsp:cNvPr id="0" name=""/>
        <dsp:cNvSpPr/>
      </dsp:nvSpPr>
      <dsp:spPr>
        <a:xfrm>
          <a:off x="3642849" y="1788632"/>
          <a:ext cx="1905406" cy="476352"/>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err="1" smtClean="0">
              <a:latin typeface="Arial Rounded MT Bold" panose="020F0704030504030204" pitchFamily="34" charset="0"/>
            </a:rPr>
            <a:t>Statistik</a:t>
          </a:r>
          <a:endParaRPr lang="en-US" sz="1700" kern="1200" dirty="0">
            <a:latin typeface="Arial Rounded MT Bold" panose="020F0704030504030204" pitchFamily="34" charset="0"/>
          </a:endParaRPr>
        </a:p>
      </dsp:txBody>
      <dsp:txXfrm>
        <a:off x="3642849" y="1788632"/>
        <a:ext cx="1905406" cy="476352"/>
      </dsp:txXfrm>
    </dsp:sp>
    <dsp:sp modelId="{86A12A8D-6768-4F32-B660-A7E9EA89AFB7}">
      <dsp:nvSpPr>
        <dsp:cNvPr id="0" name=""/>
        <dsp:cNvSpPr/>
      </dsp:nvSpPr>
      <dsp:spPr>
        <a:xfrm>
          <a:off x="3642849" y="2384073"/>
          <a:ext cx="1905406" cy="476352"/>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smtClean="0">
              <a:latin typeface="Arial Rounded MT Bold" panose="020F0704030504030204" pitchFamily="34" charset="0"/>
            </a:rPr>
            <a:t>….</a:t>
          </a:r>
          <a:endParaRPr lang="en-US" sz="1700" kern="1200" dirty="0">
            <a:latin typeface="Arial Rounded MT Bold" panose="020F0704030504030204" pitchFamily="34" charset="0"/>
          </a:endParaRPr>
        </a:p>
      </dsp:txBody>
      <dsp:txXfrm>
        <a:off x="3642849" y="2384073"/>
        <a:ext cx="1905406" cy="476352"/>
      </dsp:txXfrm>
    </dsp:sp>
    <dsp:sp modelId="{D6274592-F8BA-46D3-B7BE-B4793B445934}">
      <dsp:nvSpPr>
        <dsp:cNvPr id="0" name=""/>
        <dsp:cNvSpPr/>
      </dsp:nvSpPr>
      <dsp:spPr>
        <a:xfrm>
          <a:off x="3642849" y="2979513"/>
          <a:ext cx="1905406" cy="476352"/>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err="1" smtClean="0">
              <a:latin typeface="Arial Rounded MT Bold" panose="020F0704030504030204" pitchFamily="34" charset="0"/>
            </a:rPr>
            <a:t>Kalkulus</a:t>
          </a:r>
          <a:endParaRPr lang="en-US" sz="1700" kern="1200" dirty="0">
            <a:latin typeface="Arial Rounded MT Bold" panose="020F0704030504030204" pitchFamily="34" charset="0"/>
          </a:endParaRPr>
        </a:p>
      </dsp:txBody>
      <dsp:txXfrm>
        <a:off x="3642849" y="2979513"/>
        <a:ext cx="1905406" cy="476352"/>
      </dsp:txXfrm>
    </dsp:sp>
    <dsp:sp modelId="{337EBFB1-62E0-4D1C-9589-C545CF068F65}">
      <dsp:nvSpPr>
        <dsp:cNvPr id="0" name=""/>
        <dsp:cNvSpPr/>
      </dsp:nvSpPr>
      <dsp:spPr>
        <a:xfrm>
          <a:off x="5860743" y="2086352"/>
          <a:ext cx="1905406" cy="476352"/>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smtClean="0">
              <a:latin typeface="Arial Rounded MT Bold" panose="020F0704030504030204" pitchFamily="34" charset="0"/>
            </a:rPr>
            <a:t>Limit</a:t>
          </a:r>
          <a:endParaRPr lang="en-US" sz="1700" kern="1200" dirty="0">
            <a:latin typeface="Arial Rounded MT Bold" panose="020F0704030504030204" pitchFamily="34" charset="0"/>
          </a:endParaRPr>
        </a:p>
      </dsp:txBody>
      <dsp:txXfrm>
        <a:off x="5860743" y="2086352"/>
        <a:ext cx="1905406" cy="476352"/>
      </dsp:txXfrm>
    </dsp:sp>
    <dsp:sp modelId="{835D8D91-0C48-4016-8305-BA0EC1AEF5F5}">
      <dsp:nvSpPr>
        <dsp:cNvPr id="0" name=""/>
        <dsp:cNvSpPr/>
      </dsp:nvSpPr>
      <dsp:spPr>
        <a:xfrm>
          <a:off x="5860743" y="2681793"/>
          <a:ext cx="1905406" cy="476352"/>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err="1" smtClean="0">
              <a:latin typeface="Arial Rounded MT Bold" panose="020F0704030504030204" pitchFamily="34" charset="0"/>
            </a:rPr>
            <a:t>Turunan</a:t>
          </a:r>
          <a:endParaRPr lang="en-US" sz="1700" kern="1200" dirty="0">
            <a:latin typeface="Arial Rounded MT Bold" panose="020F0704030504030204" pitchFamily="34" charset="0"/>
          </a:endParaRPr>
        </a:p>
      </dsp:txBody>
      <dsp:txXfrm>
        <a:off x="5860743" y="2681793"/>
        <a:ext cx="1905406" cy="476352"/>
      </dsp:txXfrm>
    </dsp:sp>
    <dsp:sp modelId="{C7573256-B701-4D08-A718-758F521DEF41}">
      <dsp:nvSpPr>
        <dsp:cNvPr id="0" name=""/>
        <dsp:cNvSpPr/>
      </dsp:nvSpPr>
      <dsp:spPr>
        <a:xfrm>
          <a:off x="5860743" y="3277234"/>
          <a:ext cx="1905406" cy="476352"/>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smtClean="0">
              <a:latin typeface="Arial Rounded MT Bold" panose="020F0704030504030204" pitchFamily="34" charset="0"/>
            </a:rPr>
            <a:t>Integral</a:t>
          </a:r>
          <a:endParaRPr lang="en-US" sz="1700" kern="1200" dirty="0">
            <a:latin typeface="Arial Rounded MT Bold" panose="020F0704030504030204" pitchFamily="34" charset="0"/>
          </a:endParaRPr>
        </a:p>
      </dsp:txBody>
      <dsp:txXfrm>
        <a:off x="5860743" y="3277234"/>
        <a:ext cx="1905406" cy="476352"/>
      </dsp:txXfrm>
    </dsp:sp>
    <dsp:sp modelId="{F7D87FC8-83A0-440B-B0FC-07B4995237B1}">
      <dsp:nvSpPr>
        <dsp:cNvPr id="0" name=""/>
        <dsp:cNvSpPr/>
      </dsp:nvSpPr>
      <dsp:spPr>
        <a:xfrm>
          <a:off x="5860743" y="3872674"/>
          <a:ext cx="1905406" cy="476352"/>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err="1" smtClean="0">
              <a:latin typeface="Arial Rounded MT Bold" panose="020F0704030504030204" pitchFamily="34" charset="0"/>
            </a:rPr>
            <a:t>Deret</a:t>
          </a:r>
          <a:r>
            <a:rPr lang="en-US" sz="1700" kern="1200" dirty="0" smtClean="0">
              <a:latin typeface="Arial Rounded MT Bold" panose="020F0704030504030204" pitchFamily="34" charset="0"/>
            </a:rPr>
            <a:t> </a:t>
          </a:r>
          <a:r>
            <a:rPr lang="en-US" sz="1700" kern="1200" dirty="0" err="1" smtClean="0">
              <a:latin typeface="Arial Rounded MT Bold" panose="020F0704030504030204" pitchFamily="34" charset="0"/>
            </a:rPr>
            <a:t>tak</a:t>
          </a:r>
          <a:r>
            <a:rPr lang="en-US" sz="1700" kern="1200" dirty="0" smtClean="0">
              <a:latin typeface="Arial Rounded MT Bold" panose="020F0704030504030204" pitchFamily="34" charset="0"/>
            </a:rPr>
            <a:t> </a:t>
          </a:r>
          <a:r>
            <a:rPr lang="en-US" sz="1700" kern="1200" dirty="0" err="1" smtClean="0">
              <a:latin typeface="Arial Rounded MT Bold" panose="020F0704030504030204" pitchFamily="34" charset="0"/>
            </a:rPr>
            <a:t>hingga</a:t>
          </a:r>
          <a:endParaRPr lang="en-US" sz="1700" kern="1200" dirty="0">
            <a:latin typeface="Arial Rounded MT Bold" panose="020F0704030504030204" pitchFamily="34" charset="0"/>
          </a:endParaRPr>
        </a:p>
      </dsp:txBody>
      <dsp:txXfrm>
        <a:off x="5860743" y="3872674"/>
        <a:ext cx="1905406" cy="476352"/>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D2BEC3-B529-4DC6-A740-8FF6A3BC681B}" type="datetimeFigureOut">
              <a:rPr lang="id-ID" smtClean="0"/>
              <a:t>26/09/2021</a:t>
            </a:fld>
            <a:endParaRPr lang="id-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F794EF-16F7-4C9E-A372-FBBF42813950}" type="slidenum">
              <a:rPr lang="id-ID" smtClean="0"/>
              <a:t>‹#›</a:t>
            </a:fld>
            <a:endParaRPr lang="id-ID"/>
          </a:p>
        </p:txBody>
      </p:sp>
    </p:spTree>
    <p:extLst>
      <p:ext uri="{BB962C8B-B14F-4D97-AF65-F5344CB8AC3E}">
        <p14:creationId xmlns:p14="http://schemas.microsoft.com/office/powerpoint/2010/main" val="26959965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D42FAED-D326-4B8F-A5D3-DCA59C722B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1029962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27643-DFB4-4B60-861D-C3B7E5CCAB93}"/>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8CBB873E-FE53-4EE3-9F2C-89B2552F69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Tree>
    <p:extLst>
      <p:ext uri="{BB962C8B-B14F-4D97-AF65-F5344CB8AC3E}">
        <p14:creationId xmlns:p14="http://schemas.microsoft.com/office/powerpoint/2010/main" val="709109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46A39-72E9-4E8C-A3E2-B1E0B1E7F2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9626CDC4-6B45-4521-B6F6-2E5010FEE4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09756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62E77-9D07-4321-A260-C918CAB1A23F}"/>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00240D72-EEC5-4535-B36A-C9FD150D83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691CA161-B4E7-4B79-8295-347DCCA3F6D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Tree>
    <p:extLst>
      <p:ext uri="{BB962C8B-B14F-4D97-AF65-F5344CB8AC3E}">
        <p14:creationId xmlns:p14="http://schemas.microsoft.com/office/powerpoint/2010/main" val="216347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3EDB3-610C-4E2D-9A92-56A327E53587}"/>
              </a:ext>
            </a:extLst>
          </p:cNvPr>
          <p:cNvSpPr>
            <a:spLocks noGrp="1"/>
          </p:cNvSpPr>
          <p:nvPr>
            <p:ph type="title"/>
          </p:nvPr>
        </p:nvSpPr>
        <p:spPr>
          <a:xfrm>
            <a:off x="839788" y="1089212"/>
            <a:ext cx="10515600" cy="874058"/>
          </a:xfrm>
        </p:spPr>
        <p:txBody>
          <a:bodyPr/>
          <a:lstStyle/>
          <a:p>
            <a:r>
              <a:rPr lang="en-US" dirty="0"/>
              <a:t>Click to edit Master title style</a:t>
            </a:r>
            <a:endParaRPr lang="en-ID" dirty="0"/>
          </a:p>
        </p:txBody>
      </p:sp>
      <p:sp>
        <p:nvSpPr>
          <p:cNvPr id="3" name="Text Placeholder 2">
            <a:extLst>
              <a:ext uri="{FF2B5EF4-FFF2-40B4-BE49-F238E27FC236}">
                <a16:creationId xmlns:a16="http://schemas.microsoft.com/office/drawing/2014/main" id="{17B8F174-B6FD-4DD0-8D4F-03F6B35A7E12}"/>
              </a:ext>
            </a:extLst>
          </p:cNvPr>
          <p:cNvSpPr>
            <a:spLocks noGrp="1"/>
          </p:cNvSpPr>
          <p:nvPr>
            <p:ph type="body" idx="1"/>
          </p:nvPr>
        </p:nvSpPr>
        <p:spPr>
          <a:xfrm>
            <a:off x="839788" y="1963271"/>
            <a:ext cx="5157787" cy="54180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829DF1A-3571-441E-A1F0-CAD36AC7C1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70A01AD2-32F1-4F2A-83F3-2347DB090CA1}"/>
              </a:ext>
            </a:extLst>
          </p:cNvPr>
          <p:cNvSpPr>
            <a:spLocks noGrp="1"/>
          </p:cNvSpPr>
          <p:nvPr>
            <p:ph type="body" sz="quarter" idx="3"/>
          </p:nvPr>
        </p:nvSpPr>
        <p:spPr>
          <a:xfrm>
            <a:off x="6172200" y="1963271"/>
            <a:ext cx="5183188" cy="54180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DEDA034-8AA2-4E3B-BEB8-FC5E44308B3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Tree>
    <p:extLst>
      <p:ext uri="{BB962C8B-B14F-4D97-AF65-F5344CB8AC3E}">
        <p14:creationId xmlns:p14="http://schemas.microsoft.com/office/powerpoint/2010/main" val="2362841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46045-D4CC-4AF8-9506-31760854D6E4}"/>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28818558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0928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FA372-4BC7-4E4F-A58D-96835C0FA5DF}"/>
              </a:ext>
            </a:extLst>
          </p:cNvPr>
          <p:cNvSpPr>
            <a:spLocks noGrp="1"/>
          </p:cNvSpPr>
          <p:nvPr>
            <p:ph type="title"/>
          </p:nvPr>
        </p:nvSpPr>
        <p:spPr>
          <a:xfrm>
            <a:off x="839788" y="987424"/>
            <a:ext cx="3932237" cy="1540621"/>
          </a:xfrm>
        </p:spPr>
        <p:txBody>
          <a:bodyPr anchor="b"/>
          <a:lstStyle>
            <a:lvl1pPr>
              <a:defRPr sz="3200"/>
            </a:lvl1pPr>
          </a:lstStyle>
          <a:p>
            <a:r>
              <a:rPr lang="en-US" dirty="0"/>
              <a:t>Click to edit Master title style</a:t>
            </a:r>
            <a:endParaRPr lang="en-ID" dirty="0"/>
          </a:p>
        </p:txBody>
      </p:sp>
      <p:sp>
        <p:nvSpPr>
          <p:cNvPr id="3" name="Content Placeholder 2">
            <a:extLst>
              <a:ext uri="{FF2B5EF4-FFF2-40B4-BE49-F238E27FC236}">
                <a16:creationId xmlns:a16="http://schemas.microsoft.com/office/drawing/2014/main" id="{2076B8A7-A4E1-43BE-B5D4-5BD3BEEAD6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DAF6FE77-274C-495D-8B1B-036A983B711A}"/>
              </a:ext>
            </a:extLst>
          </p:cNvPr>
          <p:cNvSpPr>
            <a:spLocks noGrp="1"/>
          </p:cNvSpPr>
          <p:nvPr>
            <p:ph type="body" sz="half" idx="2"/>
          </p:nvPr>
        </p:nvSpPr>
        <p:spPr>
          <a:xfrm>
            <a:off x="839788" y="2528046"/>
            <a:ext cx="3932237" cy="334094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2988266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7DB33-DAC8-401B-BC0C-39B98EEA089E}"/>
              </a:ext>
            </a:extLst>
          </p:cNvPr>
          <p:cNvSpPr>
            <a:spLocks noGrp="1"/>
          </p:cNvSpPr>
          <p:nvPr>
            <p:ph type="title"/>
          </p:nvPr>
        </p:nvSpPr>
        <p:spPr>
          <a:xfrm>
            <a:off x="839788" y="987424"/>
            <a:ext cx="3932237" cy="1540621"/>
          </a:xfrm>
        </p:spPr>
        <p:txBody>
          <a:bodyPr anchor="b"/>
          <a:lstStyle>
            <a:lvl1pPr>
              <a:defRPr sz="3200"/>
            </a:lvl1pPr>
          </a:lstStyle>
          <a:p>
            <a:r>
              <a:rPr lang="en-US" dirty="0"/>
              <a:t>Click to edit Master title style</a:t>
            </a:r>
            <a:endParaRPr lang="en-ID" dirty="0"/>
          </a:p>
        </p:txBody>
      </p:sp>
      <p:sp>
        <p:nvSpPr>
          <p:cNvPr id="3" name="Picture Placeholder 2">
            <a:extLst>
              <a:ext uri="{FF2B5EF4-FFF2-40B4-BE49-F238E27FC236}">
                <a16:creationId xmlns:a16="http://schemas.microsoft.com/office/drawing/2014/main" id="{5F0F8548-56A5-4AED-BA09-D0414793F9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D6D8ADF7-16C8-4BD6-BC33-31A9E6FF8C1A}"/>
              </a:ext>
            </a:extLst>
          </p:cNvPr>
          <p:cNvSpPr>
            <a:spLocks noGrp="1"/>
          </p:cNvSpPr>
          <p:nvPr>
            <p:ph type="body" sz="half" idx="2"/>
          </p:nvPr>
        </p:nvSpPr>
        <p:spPr>
          <a:xfrm>
            <a:off x="839788" y="2528046"/>
            <a:ext cx="3932237" cy="334094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798953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D5F56-3F28-4576-9141-CE1A25D13B94}"/>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997890DC-DCBC-4097-B1CD-14F79AC9F7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Tree>
    <p:extLst>
      <p:ext uri="{BB962C8B-B14F-4D97-AF65-F5344CB8AC3E}">
        <p14:creationId xmlns:p14="http://schemas.microsoft.com/office/powerpoint/2010/main" val="3038138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B75270-2263-4B3D-B242-D3700DF78D83}"/>
              </a:ext>
            </a:extLst>
          </p:cNvPr>
          <p:cNvSpPr>
            <a:spLocks noGrp="1"/>
          </p:cNvSpPr>
          <p:nvPr>
            <p:ph type="title" orient="vert"/>
          </p:nvPr>
        </p:nvSpPr>
        <p:spPr>
          <a:xfrm>
            <a:off x="8724900" y="1008528"/>
            <a:ext cx="2628900" cy="5168434"/>
          </a:xfrm>
        </p:spPr>
        <p:txBody>
          <a:bodyPr vert="eaVert"/>
          <a:lstStyle/>
          <a:p>
            <a:r>
              <a:rPr lang="en-US" dirty="0"/>
              <a:t>Click to edit Master title style</a:t>
            </a:r>
            <a:endParaRPr lang="en-ID" dirty="0"/>
          </a:p>
        </p:txBody>
      </p:sp>
      <p:sp>
        <p:nvSpPr>
          <p:cNvPr id="3" name="Vertical Text Placeholder 2">
            <a:extLst>
              <a:ext uri="{FF2B5EF4-FFF2-40B4-BE49-F238E27FC236}">
                <a16:creationId xmlns:a16="http://schemas.microsoft.com/office/drawing/2014/main" id="{950ADD3B-0087-48E8-8B6E-B1308FF1AB0E}"/>
              </a:ext>
            </a:extLst>
          </p:cNvPr>
          <p:cNvSpPr>
            <a:spLocks noGrp="1"/>
          </p:cNvSpPr>
          <p:nvPr>
            <p:ph type="body" orient="vert" idx="1"/>
          </p:nvPr>
        </p:nvSpPr>
        <p:spPr>
          <a:xfrm>
            <a:off x="838200" y="1008529"/>
            <a:ext cx="7734300" cy="5168434"/>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Tree>
    <p:extLst>
      <p:ext uri="{BB962C8B-B14F-4D97-AF65-F5344CB8AC3E}">
        <p14:creationId xmlns:p14="http://schemas.microsoft.com/office/powerpoint/2010/main" val="3855336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AB0BD67-BE4A-4677-9434-2B2FFB71DE91}"/>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538D220C-A577-4728-AEA1-41E6BBDECE4C}"/>
              </a:ext>
            </a:extLst>
          </p:cNvPr>
          <p:cNvSpPr>
            <a:spLocks noGrp="1"/>
          </p:cNvSpPr>
          <p:nvPr>
            <p:ph type="title"/>
          </p:nvPr>
        </p:nvSpPr>
        <p:spPr>
          <a:xfrm>
            <a:off x="838200" y="981635"/>
            <a:ext cx="10515600" cy="709053"/>
          </a:xfrm>
          <a:prstGeom prst="rect">
            <a:avLst/>
          </a:prstGeom>
        </p:spPr>
        <p:txBody>
          <a:bodyPr vert="horz" lIns="91440" tIns="45720" rIns="91440" bIns="45720" rtlCol="0" anchor="ctr">
            <a:normAutofit/>
          </a:bodyPr>
          <a:lstStyle/>
          <a:p>
            <a:r>
              <a:rPr lang="en-US" dirty="0"/>
              <a:t>Click to edit Master title style</a:t>
            </a:r>
            <a:endParaRPr lang="en-ID" dirty="0"/>
          </a:p>
        </p:txBody>
      </p:sp>
      <p:sp>
        <p:nvSpPr>
          <p:cNvPr id="3" name="Text Placeholder 2">
            <a:extLst>
              <a:ext uri="{FF2B5EF4-FFF2-40B4-BE49-F238E27FC236}">
                <a16:creationId xmlns:a16="http://schemas.microsoft.com/office/drawing/2014/main" id="{B74923BD-52C5-48BF-93E5-E10D956318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Tree>
    <p:extLst>
      <p:ext uri="{BB962C8B-B14F-4D97-AF65-F5344CB8AC3E}">
        <p14:creationId xmlns:p14="http://schemas.microsoft.com/office/powerpoint/2010/main" val="30356061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1" kern="1200">
          <a:solidFill>
            <a:srgbClr val="7030A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hyperlink" Target="mailto:nisak@amikompurwokerto.ac.id"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01106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305E02-48D9-4DB7-A4B0-A9AFDEB0C9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A7907FF-77D6-4B04-B353-C2ABA8EC4F40}"/>
              </a:ext>
            </a:extLst>
          </p:cNvPr>
          <p:cNvSpPr>
            <a:spLocks noGrp="1"/>
          </p:cNvSpPr>
          <p:nvPr>
            <p:ph type="title"/>
          </p:nvPr>
        </p:nvSpPr>
        <p:spPr>
          <a:xfrm>
            <a:off x="3377046" y="727238"/>
            <a:ext cx="5753100" cy="1113622"/>
          </a:xfrm>
        </p:spPr>
        <p:txBody>
          <a:bodyPr/>
          <a:lstStyle/>
          <a:p>
            <a:r>
              <a:rPr lang="id-ID" dirty="0" smtClean="0">
                <a:solidFill>
                  <a:schemeClr val="bg1"/>
                </a:solidFill>
              </a:rPr>
              <a:t>KALKULUS DASAR</a:t>
            </a:r>
            <a:endParaRPr lang="en-ID" dirty="0">
              <a:solidFill>
                <a:schemeClr val="bg1"/>
              </a:solidFill>
            </a:endParaRPr>
          </a:p>
        </p:txBody>
      </p:sp>
      <p:sp>
        <p:nvSpPr>
          <p:cNvPr id="3" name="Text Placeholder 2">
            <a:extLst>
              <a:ext uri="{FF2B5EF4-FFF2-40B4-BE49-F238E27FC236}">
                <a16:creationId xmlns:a16="http://schemas.microsoft.com/office/drawing/2014/main" id="{31FFEB3B-E82D-4783-AB11-C583DB98F4B1}"/>
              </a:ext>
            </a:extLst>
          </p:cNvPr>
          <p:cNvSpPr>
            <a:spLocks noGrp="1"/>
          </p:cNvSpPr>
          <p:nvPr>
            <p:ph type="body" idx="1"/>
          </p:nvPr>
        </p:nvSpPr>
        <p:spPr>
          <a:xfrm>
            <a:off x="3377046" y="4795341"/>
            <a:ext cx="6086268" cy="760331"/>
          </a:xfrm>
        </p:spPr>
        <p:txBody>
          <a:bodyPr>
            <a:normAutofit fontScale="92500"/>
          </a:bodyPr>
          <a:lstStyle/>
          <a:p>
            <a:r>
              <a:rPr lang="en-US" sz="2800" b="1" dirty="0" err="1" smtClean="0">
                <a:solidFill>
                  <a:schemeClr val="bg1"/>
                </a:solidFill>
                <a:latin typeface="+mj-lt"/>
              </a:rPr>
              <a:t>Pengampu</a:t>
            </a:r>
            <a:r>
              <a:rPr lang="en-US" sz="2800" b="1" dirty="0" smtClean="0">
                <a:solidFill>
                  <a:schemeClr val="bg1"/>
                </a:solidFill>
                <a:latin typeface="+mj-lt"/>
              </a:rPr>
              <a:t>: </a:t>
            </a:r>
            <a:r>
              <a:rPr lang="id-ID" sz="2800" b="1" dirty="0" smtClean="0">
                <a:solidFill>
                  <a:schemeClr val="bg1"/>
                </a:solidFill>
                <a:latin typeface="+mj-lt"/>
              </a:rPr>
              <a:t>Khairunnisak Nur Isnaini, M</a:t>
            </a:r>
            <a:r>
              <a:rPr lang="en-US" sz="2800" b="1" dirty="0" smtClean="0">
                <a:solidFill>
                  <a:schemeClr val="bg1"/>
                </a:solidFill>
                <a:latin typeface="+mj-lt"/>
              </a:rPr>
              <a:t>.</a:t>
            </a:r>
            <a:r>
              <a:rPr lang="id-ID" sz="2800" b="1" dirty="0" smtClean="0">
                <a:solidFill>
                  <a:schemeClr val="bg1"/>
                </a:solidFill>
                <a:latin typeface="+mj-lt"/>
              </a:rPr>
              <a:t>Kom.</a:t>
            </a:r>
            <a:endParaRPr lang="en-ID" sz="2800" b="1" dirty="0">
              <a:solidFill>
                <a:schemeClr val="bg1"/>
              </a:solidFill>
              <a:latin typeface="+mj-lt"/>
            </a:endParaRPr>
          </a:p>
        </p:txBody>
      </p:sp>
      <p:sp>
        <p:nvSpPr>
          <p:cNvPr id="5" name="Text Placeholder 2">
            <a:extLst>
              <a:ext uri="{FF2B5EF4-FFF2-40B4-BE49-F238E27FC236}">
                <a16:creationId xmlns:a16="http://schemas.microsoft.com/office/drawing/2014/main" id="{31FFEB3B-E82D-4783-AB11-C583DB98F4B1}"/>
              </a:ext>
            </a:extLst>
          </p:cNvPr>
          <p:cNvSpPr txBox="1">
            <a:spLocks/>
          </p:cNvSpPr>
          <p:nvPr/>
        </p:nvSpPr>
        <p:spPr>
          <a:xfrm>
            <a:off x="3344141" y="2014167"/>
            <a:ext cx="5818910" cy="76033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ctr"/>
            <a:r>
              <a:rPr lang="en-US" sz="2800" b="1" dirty="0" err="1" smtClean="0">
                <a:solidFill>
                  <a:schemeClr val="bg1"/>
                </a:solidFill>
                <a:latin typeface="+mj-lt"/>
              </a:rPr>
              <a:t>Pertemuan</a:t>
            </a:r>
            <a:r>
              <a:rPr lang="en-US" sz="2800" b="1" dirty="0" smtClean="0">
                <a:solidFill>
                  <a:schemeClr val="bg1"/>
                </a:solidFill>
                <a:latin typeface="+mj-lt"/>
              </a:rPr>
              <a:t>: </a:t>
            </a:r>
            <a:r>
              <a:rPr lang="id-ID" sz="2800" b="1" dirty="0">
                <a:solidFill>
                  <a:schemeClr val="bg1"/>
                </a:solidFill>
                <a:latin typeface="+mj-lt"/>
              </a:rPr>
              <a:t>I</a:t>
            </a:r>
            <a:endParaRPr lang="en-ID" sz="2800" b="1" dirty="0">
              <a:solidFill>
                <a:schemeClr val="bg1"/>
              </a:solidFill>
              <a:latin typeface="+mj-lt"/>
            </a:endParaRPr>
          </a:p>
        </p:txBody>
      </p:sp>
    </p:spTree>
    <p:extLst>
      <p:ext uri="{BB962C8B-B14F-4D97-AF65-F5344CB8AC3E}">
        <p14:creationId xmlns:p14="http://schemas.microsoft.com/office/powerpoint/2010/main" val="9335399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smtClean="0"/>
              <a:t>Profil</a:t>
            </a:r>
            <a:r>
              <a:rPr lang="en-US" dirty="0" smtClean="0"/>
              <a:t> </a:t>
            </a:r>
            <a:r>
              <a:rPr lang="en-US" dirty="0" err="1" smtClean="0"/>
              <a:t>Dosen</a:t>
            </a:r>
            <a:endParaRPr lang="en-US" dirty="0"/>
          </a:p>
        </p:txBody>
      </p:sp>
      <p:sp>
        <p:nvSpPr>
          <p:cNvPr id="5" name="Content Placeholder 4"/>
          <p:cNvSpPr>
            <a:spLocks noGrp="1"/>
          </p:cNvSpPr>
          <p:nvPr>
            <p:ph idx="1"/>
          </p:nvPr>
        </p:nvSpPr>
        <p:spPr/>
        <p:txBody>
          <a:bodyPr>
            <a:normAutofit/>
          </a:bodyPr>
          <a:lstStyle/>
          <a:p>
            <a:r>
              <a:rPr lang="id-ID" dirty="0" smtClean="0"/>
              <a:t>Khairunnisak Nur Isnaini</a:t>
            </a:r>
            <a:r>
              <a:rPr lang="en-US" dirty="0" smtClean="0"/>
              <a:t>, </a:t>
            </a:r>
            <a:r>
              <a:rPr lang="en-US" dirty="0" err="1" smtClean="0"/>
              <a:t>M.Kom</a:t>
            </a:r>
            <a:r>
              <a:rPr lang="en-US" dirty="0" smtClean="0"/>
              <a:t>.</a:t>
            </a:r>
          </a:p>
          <a:p>
            <a:r>
              <a:rPr lang="en-US" dirty="0" smtClean="0"/>
              <a:t>E-mail: </a:t>
            </a:r>
            <a:r>
              <a:rPr lang="id-ID" dirty="0" smtClean="0">
                <a:hlinkClick r:id="rId2"/>
              </a:rPr>
              <a:t>nisak</a:t>
            </a:r>
            <a:r>
              <a:rPr lang="en-US" dirty="0" smtClean="0">
                <a:hlinkClick r:id="rId2"/>
              </a:rPr>
              <a:t>@amikompurwokerto.ac.id</a:t>
            </a:r>
            <a:endParaRPr lang="id-ID" dirty="0" smtClean="0"/>
          </a:p>
          <a:p>
            <a:r>
              <a:rPr lang="id-ID" dirty="0" smtClean="0"/>
              <a:t>No hp : 0898-666-0369</a:t>
            </a:r>
            <a:endParaRPr lang="en-US" dirty="0" smtClean="0"/>
          </a:p>
          <a:p>
            <a:r>
              <a:rPr lang="en-US" dirty="0" err="1" smtClean="0"/>
              <a:t>Pendidikan</a:t>
            </a:r>
            <a:r>
              <a:rPr lang="id-ID" dirty="0" smtClean="0"/>
              <a:t> terakhir</a:t>
            </a:r>
            <a:r>
              <a:rPr lang="en-US" dirty="0" smtClean="0"/>
              <a:t>: Magister </a:t>
            </a:r>
            <a:r>
              <a:rPr lang="en-US" dirty="0" err="1" smtClean="0"/>
              <a:t>Teknik</a:t>
            </a:r>
            <a:r>
              <a:rPr lang="en-US" dirty="0" smtClean="0"/>
              <a:t> </a:t>
            </a:r>
            <a:r>
              <a:rPr lang="en-US" dirty="0" err="1" smtClean="0"/>
              <a:t>Informatika</a:t>
            </a:r>
            <a:r>
              <a:rPr lang="en-US" dirty="0" smtClean="0"/>
              <a:t> </a:t>
            </a:r>
            <a:r>
              <a:rPr lang="en-US" dirty="0" err="1" smtClean="0"/>
              <a:t>Universitas</a:t>
            </a:r>
            <a:r>
              <a:rPr lang="en-US" dirty="0" smtClean="0"/>
              <a:t> </a:t>
            </a:r>
            <a:r>
              <a:rPr lang="en-US" dirty="0" err="1" smtClean="0"/>
              <a:t>Amikom</a:t>
            </a:r>
            <a:r>
              <a:rPr lang="en-US" dirty="0" smtClean="0"/>
              <a:t> Yogyakarta</a:t>
            </a:r>
          </a:p>
          <a:p>
            <a:r>
              <a:rPr lang="en-US" dirty="0" err="1" smtClean="0"/>
              <a:t>Bidang</a:t>
            </a:r>
            <a:r>
              <a:rPr lang="en-US" dirty="0" smtClean="0"/>
              <a:t> </a:t>
            </a:r>
            <a:r>
              <a:rPr lang="en-US" dirty="0" err="1" smtClean="0"/>
              <a:t>ilmu</a:t>
            </a:r>
            <a:r>
              <a:rPr lang="en-US" dirty="0" smtClean="0"/>
              <a:t>: Information </a:t>
            </a:r>
            <a:r>
              <a:rPr lang="id-ID" dirty="0" smtClean="0"/>
              <a:t>Security, Digital Forensic, dan</a:t>
            </a:r>
            <a:r>
              <a:rPr lang="en-US" dirty="0" smtClean="0"/>
              <a:t> Cyber Security</a:t>
            </a:r>
          </a:p>
          <a:p>
            <a:r>
              <a:rPr lang="en-US" dirty="0" err="1" smtClean="0"/>
              <a:t>Penelitian</a:t>
            </a:r>
            <a:r>
              <a:rPr lang="en-US" dirty="0" smtClean="0"/>
              <a:t>: </a:t>
            </a:r>
            <a:r>
              <a:rPr lang="id-ID" dirty="0" smtClean="0"/>
              <a:t>Disaster Recovery Plan</a:t>
            </a:r>
            <a:r>
              <a:rPr lang="en-US" dirty="0" smtClean="0"/>
              <a:t>, </a:t>
            </a:r>
            <a:r>
              <a:rPr lang="en-US" dirty="0" err="1" smtClean="0"/>
              <a:t>Keamanan</a:t>
            </a:r>
            <a:r>
              <a:rPr lang="en-US" dirty="0" smtClean="0"/>
              <a:t> </a:t>
            </a:r>
            <a:r>
              <a:rPr lang="en-US" dirty="0" err="1" smtClean="0"/>
              <a:t>Informasi</a:t>
            </a:r>
            <a:r>
              <a:rPr lang="en-US" dirty="0" smtClean="0"/>
              <a:t>,</a:t>
            </a:r>
            <a:r>
              <a:rPr lang="id-ID" dirty="0" smtClean="0"/>
              <a:t> Kriptografi dan Steganografi</a:t>
            </a:r>
            <a:endParaRPr lang="en-US" dirty="0" smtClean="0"/>
          </a:p>
          <a:p>
            <a:r>
              <a:rPr lang="id-ID" dirty="0" smtClean="0"/>
              <a:t>Diskusi lanjut</a:t>
            </a:r>
            <a:r>
              <a:rPr lang="en-US" dirty="0" smtClean="0"/>
              <a:t> by </a:t>
            </a:r>
            <a:r>
              <a:rPr lang="id-ID" dirty="0" smtClean="0"/>
              <a:t>WAG kelas makul</a:t>
            </a:r>
            <a:r>
              <a:rPr lang="en-US" dirty="0" smtClean="0"/>
              <a:t> </a:t>
            </a:r>
            <a:r>
              <a:rPr lang="id-ID" dirty="0" smtClean="0"/>
              <a:t>pada hari dan jam kerja</a:t>
            </a:r>
            <a:endParaRPr lang="en-US" dirty="0"/>
          </a:p>
        </p:txBody>
      </p:sp>
    </p:spTree>
    <p:extLst>
      <p:ext uri="{BB962C8B-B14F-4D97-AF65-F5344CB8AC3E}">
        <p14:creationId xmlns:p14="http://schemas.microsoft.com/office/powerpoint/2010/main" val="11018138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Bobot Nilai</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171458291"/>
              </p:ext>
            </p:extLst>
          </p:nvPr>
        </p:nvGraphicFramePr>
        <p:xfrm>
          <a:off x="988222" y="1832580"/>
          <a:ext cx="5743653" cy="4205610"/>
        </p:xfrm>
        <a:graphic>
          <a:graphicData uri="http://schemas.openxmlformats.org/drawingml/2006/table">
            <a:tbl>
              <a:tblPr firstRow="1" bandRow="1">
                <a:tableStyleId>{5940675A-B579-460E-94D1-54222C63F5DA}</a:tableStyleId>
              </a:tblPr>
              <a:tblGrid>
                <a:gridCol w="2988779">
                  <a:extLst>
                    <a:ext uri="{9D8B030D-6E8A-4147-A177-3AD203B41FA5}">
                      <a16:colId xmlns:a16="http://schemas.microsoft.com/office/drawing/2014/main" val="3905521923"/>
                    </a:ext>
                  </a:extLst>
                </a:gridCol>
                <a:gridCol w="2754874">
                  <a:extLst>
                    <a:ext uri="{9D8B030D-6E8A-4147-A177-3AD203B41FA5}">
                      <a16:colId xmlns:a16="http://schemas.microsoft.com/office/drawing/2014/main" val="1630435943"/>
                    </a:ext>
                  </a:extLst>
                </a:gridCol>
              </a:tblGrid>
              <a:tr h="519389">
                <a:tc>
                  <a:txBody>
                    <a:bodyPr/>
                    <a:lstStyle/>
                    <a:p>
                      <a:pPr algn="ctr"/>
                      <a:r>
                        <a:rPr lang="id-ID" sz="2400" dirty="0" smtClean="0"/>
                        <a:t>NILAI ANGKA</a:t>
                      </a:r>
                      <a:endParaRPr lang="id-ID" sz="2400" dirty="0"/>
                    </a:p>
                  </a:txBody>
                  <a:tcPr anchor="ctr">
                    <a:solidFill>
                      <a:schemeClr val="accent2">
                        <a:lumMod val="60000"/>
                        <a:lumOff val="40000"/>
                      </a:schemeClr>
                    </a:solidFill>
                  </a:tcPr>
                </a:tc>
                <a:tc>
                  <a:txBody>
                    <a:bodyPr/>
                    <a:lstStyle/>
                    <a:p>
                      <a:pPr algn="ctr"/>
                      <a:r>
                        <a:rPr lang="id-ID" sz="2400" dirty="0" smtClean="0"/>
                        <a:t>NILAI HURUF</a:t>
                      </a:r>
                      <a:endParaRPr lang="id-ID" sz="2400" dirty="0"/>
                    </a:p>
                  </a:txBody>
                  <a:tcPr anchor="ctr">
                    <a:solidFill>
                      <a:schemeClr val="accent2">
                        <a:lumMod val="60000"/>
                        <a:lumOff val="40000"/>
                      </a:schemeClr>
                    </a:solidFill>
                  </a:tcPr>
                </a:tc>
                <a:extLst>
                  <a:ext uri="{0D108BD9-81ED-4DB2-BD59-A6C34878D82A}">
                    <a16:rowId xmlns:a16="http://schemas.microsoft.com/office/drawing/2014/main" val="638295011"/>
                  </a:ext>
                </a:extLst>
              </a:tr>
              <a:tr h="526603">
                <a:tc>
                  <a:txBody>
                    <a:bodyPr/>
                    <a:lstStyle/>
                    <a:p>
                      <a:pPr marL="0" indent="0" algn="ctr">
                        <a:buNone/>
                      </a:pPr>
                      <a:r>
                        <a:rPr lang="id-ID" sz="2400" dirty="0" smtClean="0"/>
                        <a:t>&gt;= 80-100</a:t>
                      </a:r>
                    </a:p>
                  </a:txBody>
                  <a:tcPr anchor="ctr"/>
                </a:tc>
                <a:tc>
                  <a:txBody>
                    <a:bodyPr/>
                    <a:lstStyle/>
                    <a:p>
                      <a:pPr algn="ctr"/>
                      <a:r>
                        <a:rPr lang="id-ID" sz="2400" dirty="0" smtClean="0"/>
                        <a:t>A</a:t>
                      </a:r>
                      <a:endParaRPr lang="id-ID" sz="2400" dirty="0"/>
                    </a:p>
                  </a:txBody>
                  <a:tcPr anchor="ctr"/>
                </a:tc>
                <a:extLst>
                  <a:ext uri="{0D108BD9-81ED-4DB2-BD59-A6C34878D82A}">
                    <a16:rowId xmlns:a16="http://schemas.microsoft.com/office/drawing/2014/main" val="1724575057"/>
                  </a:ext>
                </a:extLst>
              </a:tr>
              <a:tr h="526603">
                <a:tc>
                  <a:txBody>
                    <a:bodyPr/>
                    <a:lstStyle/>
                    <a:p>
                      <a:pPr marL="0" indent="0" algn="ctr">
                        <a:buNone/>
                      </a:pPr>
                      <a:r>
                        <a:rPr lang="id-ID" sz="2400" dirty="0" smtClean="0"/>
                        <a:t>&gt;= 76-80</a:t>
                      </a:r>
                    </a:p>
                  </a:txBody>
                  <a:tcPr anchor="ctr"/>
                </a:tc>
                <a:tc>
                  <a:txBody>
                    <a:bodyPr/>
                    <a:lstStyle/>
                    <a:p>
                      <a:pPr algn="ctr"/>
                      <a:r>
                        <a:rPr lang="id-ID" sz="2400" dirty="0" smtClean="0"/>
                        <a:t>B+</a:t>
                      </a:r>
                      <a:endParaRPr lang="id-ID" sz="2400" dirty="0"/>
                    </a:p>
                  </a:txBody>
                  <a:tcPr anchor="ctr"/>
                </a:tc>
                <a:extLst>
                  <a:ext uri="{0D108BD9-81ED-4DB2-BD59-A6C34878D82A}">
                    <a16:rowId xmlns:a16="http://schemas.microsoft.com/office/drawing/2014/main" val="1431856472"/>
                  </a:ext>
                </a:extLst>
              </a:tr>
              <a:tr h="5266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d-ID" sz="2400" dirty="0" smtClean="0"/>
                        <a:t>&gt;= 70-75</a:t>
                      </a:r>
                    </a:p>
                  </a:txBody>
                  <a:tcPr anchor="ctr"/>
                </a:tc>
                <a:tc>
                  <a:txBody>
                    <a:bodyPr/>
                    <a:lstStyle/>
                    <a:p>
                      <a:pPr algn="ctr"/>
                      <a:r>
                        <a:rPr lang="id-ID" sz="2400" dirty="0" smtClean="0"/>
                        <a:t>B</a:t>
                      </a:r>
                      <a:endParaRPr lang="id-ID" sz="2400" dirty="0"/>
                    </a:p>
                  </a:txBody>
                  <a:tcPr anchor="ctr"/>
                </a:tc>
                <a:extLst>
                  <a:ext uri="{0D108BD9-81ED-4DB2-BD59-A6C34878D82A}">
                    <a16:rowId xmlns:a16="http://schemas.microsoft.com/office/drawing/2014/main" val="953261548"/>
                  </a:ext>
                </a:extLst>
              </a:tr>
              <a:tr h="526603">
                <a:tc>
                  <a:txBody>
                    <a:bodyPr/>
                    <a:lstStyle/>
                    <a:p>
                      <a:pPr marL="0" indent="0" algn="ctr">
                        <a:buNone/>
                      </a:pPr>
                      <a:r>
                        <a:rPr lang="id-ID" sz="2400" dirty="0" smtClean="0"/>
                        <a:t>&gt;= 65-69</a:t>
                      </a:r>
                    </a:p>
                  </a:txBody>
                  <a:tcPr anchor="ctr"/>
                </a:tc>
                <a:tc>
                  <a:txBody>
                    <a:bodyPr/>
                    <a:lstStyle/>
                    <a:p>
                      <a:pPr algn="ctr"/>
                      <a:r>
                        <a:rPr lang="id-ID" sz="2400" dirty="0" smtClean="0"/>
                        <a:t>C+</a:t>
                      </a:r>
                      <a:endParaRPr lang="id-ID" sz="2400" dirty="0"/>
                    </a:p>
                  </a:txBody>
                  <a:tcPr anchor="ctr"/>
                </a:tc>
                <a:extLst>
                  <a:ext uri="{0D108BD9-81ED-4DB2-BD59-A6C34878D82A}">
                    <a16:rowId xmlns:a16="http://schemas.microsoft.com/office/drawing/2014/main" val="1978102697"/>
                  </a:ext>
                </a:extLst>
              </a:tr>
              <a:tr h="526603">
                <a:tc>
                  <a:txBody>
                    <a:bodyPr/>
                    <a:lstStyle/>
                    <a:p>
                      <a:pPr marL="0" indent="0" algn="ctr">
                        <a:buNone/>
                      </a:pPr>
                      <a:r>
                        <a:rPr lang="id-ID" sz="2400" dirty="0" smtClean="0"/>
                        <a:t>&gt;=60-65</a:t>
                      </a:r>
                    </a:p>
                  </a:txBody>
                  <a:tcPr anchor="ctr"/>
                </a:tc>
                <a:tc>
                  <a:txBody>
                    <a:bodyPr/>
                    <a:lstStyle/>
                    <a:p>
                      <a:pPr algn="ctr"/>
                      <a:r>
                        <a:rPr lang="id-ID" sz="2400" dirty="0" smtClean="0"/>
                        <a:t>C</a:t>
                      </a:r>
                      <a:endParaRPr lang="id-ID" sz="2400" dirty="0"/>
                    </a:p>
                  </a:txBody>
                  <a:tcPr anchor="ctr"/>
                </a:tc>
                <a:extLst>
                  <a:ext uri="{0D108BD9-81ED-4DB2-BD59-A6C34878D82A}">
                    <a16:rowId xmlns:a16="http://schemas.microsoft.com/office/drawing/2014/main" val="760047753"/>
                  </a:ext>
                </a:extLst>
              </a:tr>
              <a:tr h="526603">
                <a:tc>
                  <a:txBody>
                    <a:bodyPr/>
                    <a:lstStyle/>
                    <a:p>
                      <a:pPr marL="0" indent="0" algn="ctr">
                        <a:buNone/>
                      </a:pPr>
                      <a:r>
                        <a:rPr lang="id-ID" sz="2400" dirty="0" smtClean="0"/>
                        <a:t>&gt;=40-59</a:t>
                      </a:r>
                      <a:endParaRPr lang="en-US" sz="2400" dirty="0"/>
                    </a:p>
                  </a:txBody>
                  <a:tcPr anchor="ctr"/>
                </a:tc>
                <a:tc>
                  <a:txBody>
                    <a:bodyPr/>
                    <a:lstStyle/>
                    <a:p>
                      <a:pPr algn="ctr"/>
                      <a:r>
                        <a:rPr lang="id-ID" sz="2400" dirty="0" smtClean="0"/>
                        <a:t>D</a:t>
                      </a:r>
                      <a:endParaRPr lang="id-ID" sz="2400" dirty="0"/>
                    </a:p>
                  </a:txBody>
                  <a:tcPr anchor="ctr"/>
                </a:tc>
                <a:extLst>
                  <a:ext uri="{0D108BD9-81ED-4DB2-BD59-A6C34878D82A}">
                    <a16:rowId xmlns:a16="http://schemas.microsoft.com/office/drawing/2014/main" val="3019562612"/>
                  </a:ext>
                </a:extLst>
              </a:tr>
              <a:tr h="526603">
                <a:tc>
                  <a:txBody>
                    <a:bodyPr/>
                    <a:lstStyle/>
                    <a:p>
                      <a:pPr marL="0" indent="0" algn="ctr">
                        <a:buNone/>
                      </a:pPr>
                      <a:r>
                        <a:rPr lang="id-ID" sz="2400" dirty="0" smtClean="0"/>
                        <a:t>&lt;40</a:t>
                      </a:r>
                      <a:endParaRPr lang="en-US" sz="2400" dirty="0"/>
                    </a:p>
                  </a:txBody>
                  <a:tcPr anchor="ctr"/>
                </a:tc>
                <a:tc>
                  <a:txBody>
                    <a:bodyPr/>
                    <a:lstStyle/>
                    <a:p>
                      <a:pPr algn="ctr"/>
                      <a:r>
                        <a:rPr lang="id-ID" sz="2400" dirty="0" smtClean="0"/>
                        <a:t>E</a:t>
                      </a:r>
                      <a:endParaRPr lang="id-ID" sz="2400" dirty="0"/>
                    </a:p>
                  </a:txBody>
                  <a:tcPr anchor="ctr"/>
                </a:tc>
                <a:extLst>
                  <a:ext uri="{0D108BD9-81ED-4DB2-BD59-A6C34878D82A}">
                    <a16:rowId xmlns:a16="http://schemas.microsoft.com/office/drawing/2014/main" val="3208766149"/>
                  </a:ext>
                </a:extLst>
              </a:tr>
            </a:tbl>
          </a:graphicData>
        </a:graphic>
      </p:graphicFrame>
    </p:spTree>
    <p:extLst>
      <p:ext uri="{BB962C8B-B14F-4D97-AF65-F5344CB8AC3E}">
        <p14:creationId xmlns:p14="http://schemas.microsoft.com/office/powerpoint/2010/main" val="15519185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Kontrak</a:t>
            </a:r>
            <a:r>
              <a:rPr lang="en-US" dirty="0" smtClean="0"/>
              <a:t> </a:t>
            </a:r>
            <a:r>
              <a:rPr lang="en-US" dirty="0" err="1" smtClean="0"/>
              <a:t>Belajar</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681745830"/>
              </p:ext>
            </p:extLst>
          </p:nvPr>
        </p:nvGraphicFramePr>
        <p:xfrm>
          <a:off x="3833648" y="1690688"/>
          <a:ext cx="4884683"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911086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smtClean="0"/>
              <a:t>Deskripsi</a:t>
            </a:r>
            <a:r>
              <a:rPr lang="en-US" dirty="0" smtClean="0"/>
              <a:t> Mata </a:t>
            </a:r>
            <a:r>
              <a:rPr lang="en-US" dirty="0" err="1" smtClean="0"/>
              <a:t>Kuliah</a:t>
            </a:r>
            <a:endParaRPr lang="en-US" dirty="0"/>
          </a:p>
        </p:txBody>
      </p:sp>
      <p:sp>
        <p:nvSpPr>
          <p:cNvPr id="5" name="Content Placeholder 4"/>
          <p:cNvSpPr>
            <a:spLocks noGrp="1"/>
          </p:cNvSpPr>
          <p:nvPr>
            <p:ph idx="1"/>
          </p:nvPr>
        </p:nvSpPr>
        <p:spPr/>
        <p:txBody>
          <a:bodyPr/>
          <a:lstStyle/>
          <a:p>
            <a:pPr marL="0" indent="0" algn="just">
              <a:buNone/>
            </a:pPr>
            <a:r>
              <a:rPr lang="id-ID" dirty="0" smtClean="0"/>
              <a:t>	Matakuliah </a:t>
            </a:r>
            <a:r>
              <a:rPr lang="id-ID" dirty="0"/>
              <a:t>ini memberikan pemahaman mengenai dasar- dasar kalkulus seperti bilangan real, pertidaksamaan dan nilai mutlak, grafik dari suatu persamaan, grafik fungsi dan operasi dari fungsi, fungsi trigonometri. Selain itu juga memberikan pemahaman mengenai konsep limit, turunan dan aplikasinya, integral dan aplikasinya, fungsi transendental, teknik pengintegralan, integral tak wajar.</a:t>
            </a:r>
            <a:endParaRPr lang="en-US" dirty="0"/>
          </a:p>
        </p:txBody>
      </p:sp>
    </p:spTree>
    <p:extLst>
      <p:ext uri="{BB962C8B-B14F-4D97-AF65-F5344CB8AC3E}">
        <p14:creationId xmlns:p14="http://schemas.microsoft.com/office/powerpoint/2010/main" val="5999015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782DB-1C62-452B-A6C3-1250618BA290}"/>
              </a:ext>
            </a:extLst>
          </p:cNvPr>
          <p:cNvSpPr>
            <a:spLocks noGrp="1"/>
          </p:cNvSpPr>
          <p:nvPr>
            <p:ph type="title"/>
          </p:nvPr>
        </p:nvSpPr>
        <p:spPr/>
        <p:txBody>
          <a:bodyPr/>
          <a:lstStyle/>
          <a:p>
            <a:r>
              <a:rPr lang="en-US" dirty="0" err="1" smtClean="0"/>
              <a:t>Capaian</a:t>
            </a:r>
            <a:r>
              <a:rPr lang="en-US" dirty="0" smtClean="0"/>
              <a:t> </a:t>
            </a:r>
            <a:r>
              <a:rPr lang="en-US" dirty="0" err="1" smtClean="0"/>
              <a:t>Pembelajaran</a:t>
            </a:r>
            <a:r>
              <a:rPr lang="en-US" dirty="0" smtClean="0"/>
              <a:t> </a:t>
            </a:r>
            <a:r>
              <a:rPr lang="en-US" dirty="0" err="1" smtClean="0"/>
              <a:t>Lulusan</a:t>
            </a:r>
            <a:r>
              <a:rPr lang="en-US" dirty="0" smtClean="0"/>
              <a:t> (CPL)</a:t>
            </a:r>
            <a:endParaRPr lang="en-ID" dirty="0"/>
          </a:p>
        </p:txBody>
      </p:sp>
      <p:sp>
        <p:nvSpPr>
          <p:cNvPr id="3" name="Content Placeholder 2">
            <a:extLst>
              <a:ext uri="{FF2B5EF4-FFF2-40B4-BE49-F238E27FC236}">
                <a16:creationId xmlns:a16="http://schemas.microsoft.com/office/drawing/2014/main" id="{6A112C30-0D74-446E-B644-8BF31BCF3345}"/>
              </a:ext>
            </a:extLst>
          </p:cNvPr>
          <p:cNvSpPr>
            <a:spLocks noGrp="1"/>
          </p:cNvSpPr>
          <p:nvPr>
            <p:ph idx="1"/>
          </p:nvPr>
        </p:nvSpPr>
        <p:spPr>
          <a:xfrm>
            <a:off x="294289" y="1690688"/>
            <a:ext cx="11603421" cy="4351338"/>
          </a:xfrm>
        </p:spPr>
        <p:txBody>
          <a:bodyPr>
            <a:noAutofit/>
          </a:bodyPr>
          <a:lstStyle/>
          <a:p>
            <a:pPr marL="0" indent="0" algn="just">
              <a:buNone/>
            </a:pPr>
            <a:r>
              <a:rPr lang="x-none" sz="2400" b="1" u="sng" dirty="0"/>
              <a:t>Sikap </a:t>
            </a:r>
            <a:endParaRPr lang="id-ID" sz="2400" dirty="0"/>
          </a:p>
          <a:p>
            <a:pPr lvl="0" algn="just"/>
            <a:r>
              <a:rPr lang="id-ID" sz="2400" dirty="0"/>
              <a:t>Menginternalisasi nilai, norma, dan etika </a:t>
            </a:r>
            <a:r>
              <a:rPr lang="id-ID" sz="2400" dirty="0" smtClean="0"/>
              <a:t>akademik</a:t>
            </a:r>
            <a:r>
              <a:rPr lang="id-ID" sz="2400" dirty="0"/>
              <a:t>.</a:t>
            </a:r>
          </a:p>
          <a:p>
            <a:pPr lvl="0" algn="just"/>
            <a:r>
              <a:rPr lang="id-ID" sz="2400" dirty="0"/>
              <a:t>Menunjukkan sikap bertanggungjawab atas pekerjaan secara </a:t>
            </a:r>
            <a:r>
              <a:rPr lang="id-ID" sz="2400" dirty="0" smtClean="0"/>
              <a:t>mandiri</a:t>
            </a:r>
            <a:r>
              <a:rPr lang="id-ID" sz="2400" dirty="0"/>
              <a:t>.</a:t>
            </a:r>
          </a:p>
          <a:p>
            <a:pPr lvl="0" algn="just"/>
            <a:r>
              <a:rPr lang="id-ID" sz="2400" dirty="0"/>
              <a:t>Menginternalisasi semangat kemandirian dan </a:t>
            </a:r>
            <a:r>
              <a:rPr lang="id-ID" sz="2400" dirty="0" smtClean="0"/>
              <a:t>kejuangan.</a:t>
            </a:r>
            <a:endParaRPr lang="id-ID" sz="2400" dirty="0"/>
          </a:p>
          <a:p>
            <a:pPr marL="0" indent="0" algn="just">
              <a:buNone/>
            </a:pPr>
            <a:r>
              <a:rPr lang="x-none" sz="2400" b="1" u="sng" dirty="0"/>
              <a:t>Keterampilan Umum</a:t>
            </a:r>
            <a:r>
              <a:rPr lang="x-none" sz="2400" b="1" dirty="0"/>
              <a:t>:</a:t>
            </a:r>
            <a:endParaRPr lang="id-ID" sz="2400" dirty="0"/>
          </a:p>
          <a:p>
            <a:pPr lvl="0" algn="just"/>
            <a:r>
              <a:rPr lang="x-none" sz="2400" dirty="0"/>
              <a:t>Mampu menerapkan pemikiran logis, kritis, sistematis, dan inovatif dalam konteks pengembangan atau implementasi ilmu pengetahuan dan teknologi yang memperhatikan dan menerapkan nilai humaniora yang sesuai dengan bidang </a:t>
            </a:r>
            <a:r>
              <a:rPr lang="x-none" sz="2400" dirty="0" smtClean="0"/>
              <a:t>keahliannya</a:t>
            </a:r>
            <a:r>
              <a:rPr lang="id-ID" sz="2400" dirty="0"/>
              <a:t>.</a:t>
            </a:r>
          </a:p>
          <a:p>
            <a:pPr lvl="0" algn="just"/>
            <a:r>
              <a:rPr lang="x-none" sz="2400" dirty="0"/>
              <a:t>Mampu menunjukkan kinerja mandiri, bermutu, dan </a:t>
            </a:r>
            <a:r>
              <a:rPr lang="x-none" sz="2400" dirty="0" smtClean="0"/>
              <a:t>terukur</a:t>
            </a:r>
            <a:r>
              <a:rPr lang="id-ID" sz="2400" dirty="0"/>
              <a:t>.</a:t>
            </a:r>
          </a:p>
          <a:p>
            <a:pPr lvl="0" algn="just"/>
            <a:r>
              <a:rPr lang="x-none" sz="2400" dirty="0"/>
              <a:t>Memiliki kemampuan (pengelolaan) manajerial tim dan kerja sama (team work), manajemen diri, mampu berkomunikasi baik lisan maupun tertulis dengan baik dan mampu melakukan </a:t>
            </a:r>
            <a:r>
              <a:rPr lang="x-none" sz="2400" dirty="0" smtClean="0"/>
              <a:t>presentasi</a:t>
            </a:r>
            <a:r>
              <a:rPr lang="id-ID" sz="2400" dirty="0"/>
              <a:t>.</a:t>
            </a:r>
          </a:p>
        </p:txBody>
      </p:sp>
    </p:spTree>
    <p:extLst>
      <p:ext uri="{BB962C8B-B14F-4D97-AF65-F5344CB8AC3E}">
        <p14:creationId xmlns:p14="http://schemas.microsoft.com/office/powerpoint/2010/main" val="20775076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782DB-1C62-452B-A6C3-1250618BA290}"/>
              </a:ext>
            </a:extLst>
          </p:cNvPr>
          <p:cNvSpPr>
            <a:spLocks noGrp="1"/>
          </p:cNvSpPr>
          <p:nvPr>
            <p:ph type="title"/>
          </p:nvPr>
        </p:nvSpPr>
        <p:spPr/>
        <p:txBody>
          <a:bodyPr/>
          <a:lstStyle/>
          <a:p>
            <a:r>
              <a:rPr lang="en-US" dirty="0" err="1" smtClean="0"/>
              <a:t>Capaian</a:t>
            </a:r>
            <a:r>
              <a:rPr lang="en-US" dirty="0" smtClean="0"/>
              <a:t> </a:t>
            </a:r>
            <a:r>
              <a:rPr lang="en-US" dirty="0" err="1" smtClean="0"/>
              <a:t>Pembelajaran</a:t>
            </a:r>
            <a:r>
              <a:rPr lang="en-US" dirty="0" smtClean="0"/>
              <a:t> </a:t>
            </a:r>
            <a:r>
              <a:rPr lang="en-US" dirty="0" err="1" smtClean="0"/>
              <a:t>Lulusan</a:t>
            </a:r>
            <a:r>
              <a:rPr lang="en-US" dirty="0" smtClean="0"/>
              <a:t> (CPL)</a:t>
            </a:r>
            <a:endParaRPr lang="en-ID" dirty="0"/>
          </a:p>
        </p:txBody>
      </p:sp>
      <p:sp>
        <p:nvSpPr>
          <p:cNvPr id="3" name="Content Placeholder 2">
            <a:extLst>
              <a:ext uri="{FF2B5EF4-FFF2-40B4-BE49-F238E27FC236}">
                <a16:creationId xmlns:a16="http://schemas.microsoft.com/office/drawing/2014/main" id="{6A112C30-0D74-446E-B644-8BF31BCF3345}"/>
              </a:ext>
            </a:extLst>
          </p:cNvPr>
          <p:cNvSpPr>
            <a:spLocks noGrp="1"/>
          </p:cNvSpPr>
          <p:nvPr>
            <p:ph idx="1"/>
          </p:nvPr>
        </p:nvSpPr>
        <p:spPr/>
        <p:txBody>
          <a:bodyPr>
            <a:noAutofit/>
          </a:bodyPr>
          <a:lstStyle/>
          <a:p>
            <a:pPr marL="0" indent="0" algn="just">
              <a:buNone/>
            </a:pPr>
            <a:r>
              <a:rPr lang="en-US" sz="2600" b="1" u="sng" dirty="0" smtClean="0"/>
              <a:t>CP </a:t>
            </a:r>
            <a:r>
              <a:rPr lang="en-US" sz="2600" b="1" u="sng" dirty="0" err="1"/>
              <a:t>Keterampilan</a:t>
            </a:r>
            <a:r>
              <a:rPr lang="en-US" sz="2600" b="1" u="sng" dirty="0"/>
              <a:t> </a:t>
            </a:r>
            <a:r>
              <a:rPr lang="en-US" sz="2600" b="1" u="sng" dirty="0" err="1"/>
              <a:t>Khusus</a:t>
            </a:r>
            <a:endParaRPr lang="id-ID" sz="2600" dirty="0"/>
          </a:p>
          <a:p>
            <a:pPr lvl="0" algn="just"/>
            <a:r>
              <a:rPr lang="en-SG" sz="2600" dirty="0" err="1"/>
              <a:t>Menerapkan</a:t>
            </a:r>
            <a:r>
              <a:rPr lang="en-SG" sz="2600" dirty="0"/>
              <a:t> </a:t>
            </a:r>
            <a:r>
              <a:rPr lang="en-SG" sz="2600" dirty="0" err="1"/>
              <a:t>matematika</a:t>
            </a:r>
            <a:r>
              <a:rPr lang="en-SG" sz="2600" dirty="0"/>
              <a:t> </a:t>
            </a:r>
            <a:r>
              <a:rPr lang="en-SG" sz="2600" dirty="0" err="1" smtClean="0"/>
              <a:t>dasar</a:t>
            </a:r>
            <a:r>
              <a:rPr lang="id-ID" sz="2600" dirty="0"/>
              <a:t>.</a:t>
            </a:r>
          </a:p>
          <a:p>
            <a:pPr lvl="0" algn="just"/>
            <a:r>
              <a:rPr lang="en-SG" sz="2600" dirty="0" err="1"/>
              <a:t>Memiliki</a:t>
            </a:r>
            <a:r>
              <a:rPr lang="en-SG" sz="2600" dirty="0"/>
              <a:t> </a:t>
            </a:r>
            <a:r>
              <a:rPr lang="en-SG" sz="2600" dirty="0" err="1"/>
              <a:t>perspektif</a:t>
            </a:r>
            <a:r>
              <a:rPr lang="en-SG" sz="2600" dirty="0"/>
              <a:t> </a:t>
            </a:r>
            <a:r>
              <a:rPr lang="en-SG" sz="2600" dirty="0" err="1"/>
              <a:t>kritis</a:t>
            </a:r>
            <a:r>
              <a:rPr lang="en-SG" sz="2600" dirty="0"/>
              <a:t> </a:t>
            </a:r>
            <a:r>
              <a:rPr lang="en-SG" sz="2600" dirty="0" err="1"/>
              <a:t>dan</a:t>
            </a:r>
            <a:r>
              <a:rPr lang="en-SG" sz="2600" dirty="0"/>
              <a:t> </a:t>
            </a:r>
            <a:r>
              <a:rPr lang="en-SG" sz="2600" dirty="0" err="1"/>
              <a:t>kreatif</a:t>
            </a:r>
            <a:r>
              <a:rPr lang="en-SG" sz="2600" dirty="0"/>
              <a:t> </a:t>
            </a:r>
            <a:r>
              <a:rPr lang="en-SG" sz="2600" dirty="0" err="1"/>
              <a:t>dalam</a:t>
            </a:r>
            <a:r>
              <a:rPr lang="en-SG" sz="2600" dirty="0"/>
              <a:t> </a:t>
            </a:r>
            <a:r>
              <a:rPr lang="en-SG" sz="2600" dirty="0" err="1"/>
              <a:t>mengidentifikasi</a:t>
            </a:r>
            <a:r>
              <a:rPr lang="en-SG" sz="2600" dirty="0"/>
              <a:t> </a:t>
            </a:r>
            <a:r>
              <a:rPr lang="en-SG" sz="2600" dirty="0" err="1"/>
              <a:t>dan</a:t>
            </a:r>
            <a:r>
              <a:rPr lang="en-SG" sz="2600" dirty="0"/>
              <a:t> </a:t>
            </a:r>
            <a:r>
              <a:rPr lang="en-SG" sz="2600" dirty="0" err="1"/>
              <a:t>memecahkan</a:t>
            </a:r>
            <a:r>
              <a:rPr lang="en-SG" sz="2600" dirty="0"/>
              <a:t> </a:t>
            </a:r>
            <a:r>
              <a:rPr lang="en-SG" sz="2600" dirty="0" err="1"/>
              <a:t>masalah</a:t>
            </a:r>
            <a:r>
              <a:rPr lang="en-SG" sz="2600" dirty="0"/>
              <a:t> </a:t>
            </a:r>
            <a:r>
              <a:rPr lang="en-SG" sz="2600" dirty="0" err="1"/>
              <a:t>dengan</a:t>
            </a:r>
            <a:r>
              <a:rPr lang="en-SG" sz="2600" dirty="0"/>
              <a:t> </a:t>
            </a:r>
            <a:r>
              <a:rPr lang="en-SG" sz="2600" dirty="0" err="1"/>
              <a:t>menggunakan</a:t>
            </a:r>
            <a:r>
              <a:rPr lang="en-SG" sz="2600" dirty="0"/>
              <a:t> </a:t>
            </a:r>
            <a:r>
              <a:rPr lang="en-SG" sz="2600" dirty="0" err="1"/>
              <a:t>pemikiran</a:t>
            </a:r>
            <a:r>
              <a:rPr lang="en-SG" sz="2600" dirty="0"/>
              <a:t> </a:t>
            </a:r>
            <a:r>
              <a:rPr lang="en-SG" sz="2600" dirty="0" err="1"/>
              <a:t>komputasi</a:t>
            </a:r>
            <a:r>
              <a:rPr lang="en-SG" sz="2600" dirty="0"/>
              <a:t> </a:t>
            </a:r>
            <a:r>
              <a:rPr lang="en-SG" sz="2600" dirty="0" err="1" smtClean="0"/>
              <a:t>matematis</a:t>
            </a:r>
            <a:r>
              <a:rPr lang="id-ID" sz="2600" dirty="0"/>
              <a:t>.</a:t>
            </a:r>
          </a:p>
          <a:p>
            <a:pPr marL="0" indent="0" algn="just">
              <a:buNone/>
            </a:pPr>
            <a:r>
              <a:rPr lang="en-US" sz="2600" b="1" u="sng" dirty="0"/>
              <a:t>CP </a:t>
            </a:r>
            <a:r>
              <a:rPr lang="en-US" sz="2600" b="1" u="sng" dirty="0" err="1"/>
              <a:t>Pengetahuan</a:t>
            </a:r>
            <a:r>
              <a:rPr lang="en-US" sz="2600" b="1" u="sng" dirty="0"/>
              <a:t> </a:t>
            </a:r>
            <a:endParaRPr lang="id-ID" sz="2600" dirty="0"/>
          </a:p>
          <a:p>
            <a:pPr lvl="0" algn="just"/>
            <a:r>
              <a:rPr lang="x-none" sz="2600" dirty="0"/>
              <a:t>Menguasai konsep-konsep matematika </a:t>
            </a:r>
            <a:r>
              <a:rPr lang="en-US" sz="2600" dirty="0"/>
              <a:t>(</a:t>
            </a:r>
            <a:r>
              <a:rPr lang="en-US" sz="2600" dirty="0" err="1"/>
              <a:t>Kalkulus</a:t>
            </a:r>
            <a:r>
              <a:rPr lang="en-US" sz="2600" dirty="0"/>
              <a:t> </a:t>
            </a:r>
            <a:r>
              <a:rPr lang="en-US" sz="2600" dirty="0" err="1"/>
              <a:t>Dasar</a:t>
            </a:r>
            <a:r>
              <a:rPr lang="en-US" sz="2600" dirty="0"/>
              <a:t>) </a:t>
            </a:r>
            <a:r>
              <a:rPr lang="x-none" sz="2600" dirty="0"/>
              <a:t>untuk memecahkan berbagai masalah yang berkaitan dengan </a:t>
            </a:r>
            <a:r>
              <a:rPr lang="x-none" sz="2600" dirty="0" smtClean="0"/>
              <a:t>logika.</a:t>
            </a:r>
            <a:endParaRPr lang="id-ID" sz="2600" dirty="0"/>
          </a:p>
          <a:p>
            <a:pPr algn="just"/>
            <a:r>
              <a:rPr lang="x-none" sz="2600" dirty="0"/>
              <a:t>Memahami konsep dan teori tentang kalkulus differensial dan kalkulus integral dengan teorema dasar </a:t>
            </a:r>
            <a:r>
              <a:rPr lang="x-none" sz="2600" dirty="0" smtClean="0"/>
              <a:t>kalkulus.</a:t>
            </a:r>
            <a:endParaRPr lang="en-ID" sz="2600" dirty="0"/>
          </a:p>
        </p:txBody>
      </p:sp>
    </p:spTree>
    <p:extLst>
      <p:ext uri="{BB962C8B-B14F-4D97-AF65-F5344CB8AC3E}">
        <p14:creationId xmlns:p14="http://schemas.microsoft.com/office/powerpoint/2010/main" val="18890168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Capaian</a:t>
            </a:r>
            <a:r>
              <a:rPr lang="en-US" dirty="0" smtClean="0"/>
              <a:t> </a:t>
            </a:r>
            <a:r>
              <a:rPr lang="en-US" dirty="0" err="1" smtClean="0"/>
              <a:t>Pembelajaran</a:t>
            </a:r>
            <a:r>
              <a:rPr lang="en-US" dirty="0" smtClean="0"/>
              <a:t> Mata </a:t>
            </a:r>
            <a:r>
              <a:rPr lang="en-US" dirty="0" err="1" smtClean="0"/>
              <a:t>Kuliah</a:t>
            </a:r>
            <a:r>
              <a:rPr lang="en-US" dirty="0" smtClean="0"/>
              <a:t> (CPMK)</a:t>
            </a:r>
            <a:endParaRPr lang="en-US" dirty="0"/>
          </a:p>
        </p:txBody>
      </p:sp>
      <p:sp>
        <p:nvSpPr>
          <p:cNvPr id="3" name="Content Placeholder 2"/>
          <p:cNvSpPr>
            <a:spLocks noGrp="1"/>
          </p:cNvSpPr>
          <p:nvPr>
            <p:ph idx="1"/>
          </p:nvPr>
        </p:nvSpPr>
        <p:spPr/>
        <p:txBody>
          <a:bodyPr>
            <a:normAutofit/>
          </a:bodyPr>
          <a:lstStyle/>
          <a:p>
            <a:pPr lvl="0"/>
            <a:r>
              <a:rPr lang="en-US" dirty="0"/>
              <a:t>M</a:t>
            </a:r>
            <a:r>
              <a:rPr lang="id-ID" dirty="0"/>
              <a:t>emahami </a:t>
            </a:r>
            <a:r>
              <a:rPr lang="en-US" dirty="0" err="1"/>
              <a:t>dan</a:t>
            </a:r>
            <a:r>
              <a:rPr lang="en-US" dirty="0"/>
              <a:t> </a:t>
            </a:r>
            <a:r>
              <a:rPr lang="en-US" dirty="0" err="1"/>
              <a:t>Menjelaskan</a:t>
            </a:r>
            <a:r>
              <a:rPr lang="en-US" dirty="0"/>
              <a:t> </a:t>
            </a:r>
            <a:r>
              <a:rPr lang="en-US" dirty="0" err="1"/>
              <a:t>Konsep</a:t>
            </a:r>
            <a:r>
              <a:rPr lang="en-US" dirty="0"/>
              <a:t> </a:t>
            </a:r>
            <a:r>
              <a:rPr lang="id-ID" dirty="0"/>
              <a:t>dasar- dasar </a:t>
            </a:r>
            <a:r>
              <a:rPr lang="id-ID" dirty="0" smtClean="0"/>
              <a:t>kalkulus.</a:t>
            </a:r>
            <a:endParaRPr lang="id-ID" dirty="0"/>
          </a:p>
          <a:p>
            <a:pPr lvl="0"/>
            <a:r>
              <a:rPr lang="en-US" dirty="0" err="1"/>
              <a:t>Memahami</a:t>
            </a:r>
            <a:r>
              <a:rPr lang="en-US" dirty="0"/>
              <a:t> </a:t>
            </a:r>
            <a:r>
              <a:rPr lang="en-US" dirty="0" err="1"/>
              <a:t>dan</a:t>
            </a:r>
            <a:r>
              <a:rPr lang="en-US" dirty="0"/>
              <a:t> </a:t>
            </a:r>
            <a:r>
              <a:rPr lang="en-US" dirty="0" err="1"/>
              <a:t>Menjelaskan</a:t>
            </a:r>
            <a:r>
              <a:rPr lang="en-US" dirty="0"/>
              <a:t> </a:t>
            </a:r>
            <a:r>
              <a:rPr lang="en-US" dirty="0" err="1"/>
              <a:t>Konsep</a:t>
            </a:r>
            <a:r>
              <a:rPr lang="en-US" dirty="0"/>
              <a:t> </a:t>
            </a:r>
            <a:r>
              <a:rPr lang="en-US" dirty="0" smtClean="0"/>
              <a:t>limit.</a:t>
            </a:r>
            <a:endParaRPr lang="id-ID" dirty="0"/>
          </a:p>
          <a:p>
            <a:pPr lvl="0"/>
            <a:r>
              <a:rPr lang="en-US" dirty="0" err="1"/>
              <a:t>Memahami</a:t>
            </a:r>
            <a:r>
              <a:rPr lang="en-US" dirty="0"/>
              <a:t> </a:t>
            </a:r>
            <a:r>
              <a:rPr lang="en-US" dirty="0" err="1"/>
              <a:t>Konsep</a:t>
            </a:r>
            <a:r>
              <a:rPr lang="en-US" dirty="0"/>
              <a:t> </a:t>
            </a:r>
            <a:r>
              <a:rPr lang="en-US" dirty="0" err="1"/>
              <a:t>turunan</a:t>
            </a:r>
            <a:r>
              <a:rPr lang="en-US" dirty="0"/>
              <a:t> </a:t>
            </a:r>
            <a:r>
              <a:rPr lang="en-US" dirty="0" err="1"/>
              <a:t>dan</a:t>
            </a:r>
            <a:r>
              <a:rPr lang="en-US" dirty="0"/>
              <a:t> </a:t>
            </a:r>
            <a:r>
              <a:rPr lang="en-US" dirty="0" err="1" smtClean="0"/>
              <a:t>aplikasinya</a:t>
            </a:r>
            <a:r>
              <a:rPr lang="en-US" dirty="0" smtClean="0"/>
              <a:t>.</a:t>
            </a:r>
            <a:endParaRPr lang="id-ID" dirty="0"/>
          </a:p>
          <a:p>
            <a:pPr lvl="0"/>
            <a:r>
              <a:rPr lang="en-US" dirty="0" err="1"/>
              <a:t>Memahami</a:t>
            </a:r>
            <a:r>
              <a:rPr lang="en-US" dirty="0"/>
              <a:t> </a:t>
            </a:r>
            <a:r>
              <a:rPr lang="en-US" dirty="0" err="1"/>
              <a:t>Konsep</a:t>
            </a:r>
            <a:r>
              <a:rPr lang="en-US" dirty="0"/>
              <a:t> integral </a:t>
            </a:r>
            <a:r>
              <a:rPr lang="en-US" dirty="0" err="1"/>
              <a:t>dan</a:t>
            </a:r>
            <a:r>
              <a:rPr lang="en-US" dirty="0"/>
              <a:t> </a:t>
            </a:r>
            <a:r>
              <a:rPr lang="en-US" dirty="0" err="1" smtClean="0"/>
              <a:t>aplikasinya</a:t>
            </a:r>
            <a:r>
              <a:rPr lang="en-US" dirty="0" smtClean="0"/>
              <a:t>.</a:t>
            </a:r>
            <a:endParaRPr lang="id-ID" dirty="0"/>
          </a:p>
          <a:p>
            <a:pPr lvl="0"/>
            <a:r>
              <a:rPr lang="en-US" dirty="0" err="1"/>
              <a:t>Memahami</a:t>
            </a:r>
            <a:r>
              <a:rPr lang="en-US" dirty="0"/>
              <a:t> </a:t>
            </a:r>
            <a:r>
              <a:rPr lang="en-US" dirty="0" err="1"/>
              <a:t>dan</a:t>
            </a:r>
            <a:r>
              <a:rPr lang="en-US" dirty="0"/>
              <a:t> </a:t>
            </a:r>
            <a:r>
              <a:rPr lang="en-US" dirty="0" err="1"/>
              <a:t>Menjelaskan</a:t>
            </a:r>
            <a:r>
              <a:rPr lang="en-US" dirty="0"/>
              <a:t> </a:t>
            </a:r>
            <a:r>
              <a:rPr lang="en-US" dirty="0" err="1"/>
              <a:t>konsep</a:t>
            </a:r>
            <a:r>
              <a:rPr lang="en-US" dirty="0"/>
              <a:t> </a:t>
            </a:r>
            <a:r>
              <a:rPr lang="id-ID" dirty="0"/>
              <a:t>fungsi </a:t>
            </a:r>
            <a:r>
              <a:rPr lang="id-ID" dirty="0" smtClean="0"/>
              <a:t>transendental.</a:t>
            </a:r>
            <a:endParaRPr lang="id-ID" dirty="0"/>
          </a:p>
          <a:p>
            <a:pPr lvl="0"/>
            <a:r>
              <a:rPr lang="en-US" dirty="0" err="1"/>
              <a:t>Memahami</a:t>
            </a:r>
            <a:r>
              <a:rPr lang="en-US" dirty="0"/>
              <a:t> </a:t>
            </a:r>
            <a:r>
              <a:rPr lang="en-US" dirty="0" err="1"/>
              <a:t>konsep</a:t>
            </a:r>
            <a:r>
              <a:rPr lang="en-US" dirty="0"/>
              <a:t> </a:t>
            </a:r>
            <a:r>
              <a:rPr lang="id-ID" dirty="0"/>
              <a:t>teknik </a:t>
            </a:r>
            <a:r>
              <a:rPr lang="id-ID" dirty="0" smtClean="0"/>
              <a:t>pengintegralan.</a:t>
            </a:r>
            <a:endParaRPr lang="id-ID" dirty="0"/>
          </a:p>
          <a:p>
            <a:r>
              <a:rPr lang="en-US" dirty="0" err="1"/>
              <a:t>Memahami</a:t>
            </a:r>
            <a:r>
              <a:rPr lang="en-US" dirty="0"/>
              <a:t> </a:t>
            </a:r>
            <a:r>
              <a:rPr lang="en-US" dirty="0" err="1"/>
              <a:t>konsep</a:t>
            </a:r>
            <a:r>
              <a:rPr lang="en-US" dirty="0"/>
              <a:t> </a:t>
            </a:r>
            <a:r>
              <a:rPr lang="en-US" dirty="0" err="1"/>
              <a:t>dari</a:t>
            </a:r>
            <a:r>
              <a:rPr lang="en-US" dirty="0"/>
              <a:t> integral </a:t>
            </a:r>
            <a:r>
              <a:rPr lang="en-US" dirty="0" err="1"/>
              <a:t>tak</a:t>
            </a:r>
            <a:r>
              <a:rPr lang="en-US" dirty="0"/>
              <a:t> </a:t>
            </a:r>
            <a:r>
              <a:rPr lang="en-US" dirty="0" err="1" smtClean="0"/>
              <a:t>wajar</a:t>
            </a:r>
            <a:r>
              <a:rPr lang="id-ID" dirty="0" smtClean="0"/>
              <a:t>.</a:t>
            </a:r>
            <a:endParaRPr lang="en-US" dirty="0"/>
          </a:p>
        </p:txBody>
      </p:sp>
    </p:spTree>
    <p:extLst>
      <p:ext uri="{BB962C8B-B14F-4D97-AF65-F5344CB8AC3E}">
        <p14:creationId xmlns:p14="http://schemas.microsoft.com/office/powerpoint/2010/main" val="38234596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Tentang Kalkulus</a:t>
            </a:r>
            <a:endParaRPr lang="en-US" dirty="0"/>
          </a:p>
        </p:txBody>
      </p:sp>
      <p:graphicFrame>
        <p:nvGraphicFramePr>
          <p:cNvPr id="4" name="Content Placeholder 5"/>
          <p:cNvGraphicFramePr>
            <a:graphicFrameLocks noGrp="1"/>
          </p:cNvGraphicFramePr>
          <p:nvPr>
            <p:ph idx="1"/>
            <p:extLst>
              <p:ext uri="{D42A27DB-BD31-4B8C-83A1-F6EECF244321}">
                <p14:modId xmlns:p14="http://schemas.microsoft.com/office/powerpoint/2010/main" val="174192355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471939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Konsep</a:t>
            </a:r>
            <a:endParaRPr lang="en-US" dirty="0"/>
          </a:p>
        </p:txBody>
      </p:sp>
      <p:sp>
        <p:nvSpPr>
          <p:cNvPr id="3" name="Content Placeholder 2"/>
          <p:cNvSpPr>
            <a:spLocks noGrp="1"/>
          </p:cNvSpPr>
          <p:nvPr>
            <p:ph idx="1"/>
          </p:nvPr>
        </p:nvSpPr>
        <p:spPr/>
        <p:txBody>
          <a:bodyPr/>
          <a:lstStyle/>
          <a:p>
            <a:pPr algn="just">
              <a:defRPr/>
            </a:pPr>
            <a:r>
              <a:rPr lang="en-US" dirty="0" err="1"/>
              <a:t>Kalkulus</a:t>
            </a:r>
            <a:r>
              <a:rPr lang="en-US" dirty="0"/>
              <a:t> (</a:t>
            </a:r>
            <a:r>
              <a:rPr lang="en-US" dirty="0" err="1"/>
              <a:t>bahasa</a:t>
            </a:r>
            <a:r>
              <a:rPr lang="en-US" dirty="0"/>
              <a:t> </a:t>
            </a:r>
            <a:r>
              <a:rPr lang="en-US" dirty="0" err="1"/>
              <a:t>latin</a:t>
            </a:r>
            <a:r>
              <a:rPr lang="en-US" dirty="0"/>
              <a:t>: calculus) </a:t>
            </a:r>
            <a:r>
              <a:rPr lang="en-US" dirty="0" err="1"/>
              <a:t>artinya</a:t>
            </a:r>
            <a:r>
              <a:rPr lang="en-US" dirty="0"/>
              <a:t> "</a:t>
            </a:r>
            <a:r>
              <a:rPr lang="en-US" dirty="0" err="1"/>
              <a:t>batu</a:t>
            </a:r>
            <a:r>
              <a:rPr lang="en-US" dirty="0"/>
              <a:t> </a:t>
            </a:r>
            <a:r>
              <a:rPr lang="en-US" dirty="0" err="1"/>
              <a:t>kecil</a:t>
            </a:r>
            <a:r>
              <a:rPr lang="en-US" dirty="0"/>
              <a:t>", </a:t>
            </a:r>
            <a:r>
              <a:rPr lang="en-US" dirty="0" err="1"/>
              <a:t>untuk</a:t>
            </a:r>
            <a:r>
              <a:rPr lang="en-US" dirty="0"/>
              <a:t> </a:t>
            </a:r>
            <a:r>
              <a:rPr lang="en-US" dirty="0" err="1"/>
              <a:t>menghitung</a:t>
            </a:r>
            <a:r>
              <a:rPr lang="en-US" dirty="0"/>
              <a:t>.</a:t>
            </a:r>
          </a:p>
          <a:p>
            <a:pPr algn="just">
              <a:defRPr/>
            </a:pPr>
            <a:r>
              <a:rPr lang="en-US" dirty="0" err="1"/>
              <a:t>Kalkulus</a:t>
            </a:r>
            <a:r>
              <a:rPr lang="en-US" dirty="0"/>
              <a:t> </a:t>
            </a:r>
            <a:r>
              <a:rPr lang="en-US" dirty="0" err="1"/>
              <a:t>adalah</a:t>
            </a:r>
            <a:r>
              <a:rPr lang="en-US" dirty="0"/>
              <a:t> </a:t>
            </a:r>
            <a:r>
              <a:rPr lang="en-US" dirty="0" err="1"/>
              <a:t>ilmu</a:t>
            </a:r>
            <a:r>
              <a:rPr lang="en-US" dirty="0"/>
              <a:t> yang </a:t>
            </a:r>
            <a:r>
              <a:rPr lang="en-US" dirty="0" err="1"/>
              <a:t>mempelajari</a:t>
            </a:r>
            <a:r>
              <a:rPr lang="en-US" dirty="0"/>
              <a:t> </a:t>
            </a:r>
            <a:r>
              <a:rPr lang="en-US" dirty="0" err="1"/>
              <a:t>perubahan</a:t>
            </a:r>
            <a:r>
              <a:rPr lang="en-US" dirty="0"/>
              <a:t>.</a:t>
            </a:r>
          </a:p>
          <a:p>
            <a:pPr algn="just">
              <a:defRPr/>
            </a:pPr>
            <a:r>
              <a:rPr lang="en-US" dirty="0" err="1"/>
              <a:t>Aplikasi</a:t>
            </a:r>
            <a:r>
              <a:rPr lang="en-US" dirty="0"/>
              <a:t> </a:t>
            </a:r>
            <a:r>
              <a:rPr lang="en-US" dirty="0" err="1"/>
              <a:t>dalam</a:t>
            </a:r>
            <a:r>
              <a:rPr lang="en-US" dirty="0"/>
              <a:t> </a:t>
            </a:r>
            <a:r>
              <a:rPr lang="en-US" dirty="0" err="1"/>
              <a:t>bidang-bidang</a:t>
            </a:r>
            <a:r>
              <a:rPr lang="en-US" dirty="0"/>
              <a:t> </a:t>
            </a:r>
            <a:r>
              <a:rPr lang="en-US" dirty="0" err="1"/>
              <a:t>sains</a:t>
            </a:r>
            <a:r>
              <a:rPr lang="en-US" dirty="0"/>
              <a:t>, </a:t>
            </a:r>
            <a:r>
              <a:rPr lang="en-US" dirty="0" err="1"/>
              <a:t>ekonomi</a:t>
            </a:r>
            <a:r>
              <a:rPr lang="en-US" dirty="0"/>
              <a:t>, </a:t>
            </a:r>
            <a:r>
              <a:rPr lang="en-US" dirty="0" err="1"/>
              <a:t>dan</a:t>
            </a:r>
            <a:r>
              <a:rPr lang="en-US" dirty="0"/>
              <a:t> </a:t>
            </a:r>
            <a:r>
              <a:rPr lang="en-US" dirty="0" err="1"/>
              <a:t>teknik</a:t>
            </a:r>
            <a:r>
              <a:rPr lang="en-US" dirty="0"/>
              <a:t>.</a:t>
            </a:r>
          </a:p>
          <a:p>
            <a:pPr marL="261938" indent="-261938" algn="just">
              <a:defRPr/>
            </a:pPr>
            <a:r>
              <a:rPr lang="en-US" dirty="0" err="1"/>
              <a:t>Tokoh</a:t>
            </a:r>
            <a:r>
              <a:rPr lang="en-US" dirty="0"/>
              <a:t> : Sir Isaac </a:t>
            </a:r>
            <a:r>
              <a:rPr lang="en-US" dirty="0" err="1"/>
              <a:t>Netwon</a:t>
            </a:r>
            <a:r>
              <a:rPr lang="en-US" dirty="0"/>
              <a:t>, </a:t>
            </a:r>
            <a:r>
              <a:rPr lang="en-US" dirty="0" err="1"/>
              <a:t>james</a:t>
            </a:r>
            <a:r>
              <a:rPr lang="en-US" dirty="0"/>
              <a:t> Gregory, Gottfried Wilhelm Leibniz, Maria </a:t>
            </a:r>
            <a:r>
              <a:rPr lang="en-US" dirty="0" err="1"/>
              <a:t>Gaetana</a:t>
            </a:r>
            <a:r>
              <a:rPr lang="en-US" dirty="0"/>
              <a:t> </a:t>
            </a:r>
            <a:r>
              <a:rPr lang="en-US" dirty="0" err="1"/>
              <a:t>Agnesi</a:t>
            </a:r>
            <a:r>
              <a:rPr lang="en-US" dirty="0"/>
              <a:t>.</a:t>
            </a:r>
          </a:p>
          <a:p>
            <a:pPr marL="0" indent="0" algn="just">
              <a:buNone/>
            </a:pPr>
            <a:endParaRPr lang="en-US" dirty="0"/>
          </a:p>
        </p:txBody>
      </p:sp>
    </p:spTree>
    <p:extLst>
      <p:ext uri="{BB962C8B-B14F-4D97-AF65-F5344CB8AC3E}">
        <p14:creationId xmlns:p14="http://schemas.microsoft.com/office/powerpoint/2010/main" val="20255871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Materi</a:t>
            </a:r>
            <a:endParaRPr lang="en-US" dirty="0"/>
          </a:p>
        </p:txBody>
      </p:sp>
      <p:sp>
        <p:nvSpPr>
          <p:cNvPr id="3" name="Content Placeholder 2"/>
          <p:cNvSpPr>
            <a:spLocks noGrp="1"/>
          </p:cNvSpPr>
          <p:nvPr>
            <p:ph idx="1"/>
          </p:nvPr>
        </p:nvSpPr>
        <p:spPr>
          <a:xfrm>
            <a:off x="6096000" y="1978025"/>
            <a:ext cx="4386943" cy="4351338"/>
          </a:xfrm>
        </p:spPr>
        <p:txBody>
          <a:bodyPr>
            <a:noAutofit/>
          </a:bodyPr>
          <a:lstStyle/>
          <a:p>
            <a:pPr marL="0" indent="0" algn="ctr">
              <a:buNone/>
              <a:defRPr/>
            </a:pPr>
            <a:r>
              <a:rPr lang="id-ID" b="1" dirty="0" smtClean="0"/>
              <a:t>PRA-UAS</a:t>
            </a:r>
          </a:p>
          <a:p>
            <a:pPr marL="514350" indent="-514350" algn="just">
              <a:buFont typeface="+mj-lt"/>
              <a:buAutoNum type="arabicPeriod"/>
              <a:defRPr/>
            </a:pPr>
            <a:r>
              <a:rPr lang="id-ID" dirty="0" smtClean="0"/>
              <a:t>Aplikasi Integral</a:t>
            </a:r>
            <a:endParaRPr lang="en-US" dirty="0"/>
          </a:p>
          <a:p>
            <a:pPr marL="514350" indent="-514350" algn="just">
              <a:buFont typeface="+mj-lt"/>
              <a:buAutoNum type="arabicPeriod"/>
              <a:defRPr/>
            </a:pPr>
            <a:r>
              <a:rPr lang="en-US" dirty="0"/>
              <a:t>F</a:t>
            </a:r>
            <a:r>
              <a:rPr lang="id-ID" dirty="0"/>
              <a:t>ungsi trigonometri</a:t>
            </a:r>
            <a:endParaRPr lang="en-US" dirty="0"/>
          </a:p>
          <a:p>
            <a:pPr marL="514350" indent="-514350" algn="just">
              <a:buFont typeface="+mj-lt"/>
              <a:buAutoNum type="arabicPeriod"/>
              <a:defRPr/>
            </a:pPr>
            <a:r>
              <a:rPr lang="en-US" dirty="0"/>
              <a:t>F</a:t>
            </a:r>
            <a:r>
              <a:rPr lang="id-ID" dirty="0"/>
              <a:t>ungsi eksponensial dan logaritma </a:t>
            </a:r>
            <a:endParaRPr lang="en-US" dirty="0"/>
          </a:p>
          <a:p>
            <a:pPr marL="514350" indent="-514350" algn="just">
              <a:buFont typeface="+mj-lt"/>
              <a:buAutoNum type="arabicPeriod"/>
              <a:defRPr/>
            </a:pPr>
            <a:r>
              <a:rPr lang="en-US" dirty="0"/>
              <a:t>T</a:t>
            </a:r>
            <a:r>
              <a:rPr lang="id-ID" dirty="0"/>
              <a:t>urunan  secara implisit</a:t>
            </a:r>
            <a:endParaRPr lang="en-US" dirty="0"/>
          </a:p>
          <a:p>
            <a:pPr marL="514350" indent="-514350" algn="just">
              <a:buFont typeface="+mj-lt"/>
              <a:buAutoNum type="arabicPeriod"/>
              <a:defRPr/>
            </a:pPr>
            <a:r>
              <a:rPr lang="en-US" dirty="0"/>
              <a:t>T</a:t>
            </a:r>
            <a:r>
              <a:rPr lang="id-ID" dirty="0"/>
              <a:t>eknik pengintegralan</a:t>
            </a:r>
            <a:endParaRPr lang="en-US" dirty="0"/>
          </a:p>
          <a:p>
            <a:pPr marL="514350" indent="-514350" algn="just">
              <a:buFont typeface="+mj-lt"/>
              <a:buAutoNum type="arabicPeriod"/>
              <a:defRPr/>
            </a:pPr>
            <a:r>
              <a:rPr lang="en-US" dirty="0"/>
              <a:t>I</a:t>
            </a:r>
            <a:r>
              <a:rPr lang="id-ID" dirty="0"/>
              <a:t>ntegral tak wajar</a:t>
            </a:r>
            <a:endParaRPr lang="en-US" dirty="0"/>
          </a:p>
          <a:p>
            <a:pPr>
              <a:defRPr/>
            </a:pPr>
            <a:endParaRPr lang="en-US" altLang="en-US" dirty="0"/>
          </a:p>
          <a:p>
            <a:pPr marL="0" indent="0">
              <a:buNone/>
            </a:pPr>
            <a:endParaRPr lang="en-US" dirty="0"/>
          </a:p>
        </p:txBody>
      </p:sp>
      <p:sp>
        <p:nvSpPr>
          <p:cNvPr id="4" name="Content Placeholder 2"/>
          <p:cNvSpPr txBox="1">
            <a:spLocks/>
          </p:cNvSpPr>
          <p:nvPr/>
        </p:nvSpPr>
        <p:spPr>
          <a:xfrm>
            <a:off x="990600" y="1946494"/>
            <a:ext cx="4386943"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defRPr/>
            </a:pPr>
            <a:r>
              <a:rPr lang="id-ID" b="1" dirty="0" smtClean="0"/>
              <a:t>PRA-UTS</a:t>
            </a:r>
          </a:p>
          <a:p>
            <a:pPr marL="514350" indent="-514350" algn="just">
              <a:buFont typeface="+mj-lt"/>
              <a:buAutoNum type="arabicPeriod"/>
              <a:defRPr/>
            </a:pPr>
            <a:r>
              <a:rPr lang="id-ID" dirty="0" smtClean="0"/>
              <a:t>Konsep dasar kalkulus 1</a:t>
            </a:r>
            <a:endParaRPr lang="en-US" dirty="0" smtClean="0"/>
          </a:p>
          <a:p>
            <a:pPr marL="514350" indent="-514350" algn="just">
              <a:buFont typeface="+mj-lt"/>
              <a:buAutoNum type="arabicPeriod"/>
              <a:defRPr/>
            </a:pPr>
            <a:r>
              <a:rPr lang="en-US" dirty="0" smtClean="0"/>
              <a:t>H</a:t>
            </a:r>
            <a:r>
              <a:rPr lang="id-ID" dirty="0" smtClean="0"/>
              <a:t>impunan, bilangan real dan pertidaksamaan </a:t>
            </a:r>
            <a:endParaRPr lang="en-US" dirty="0" smtClean="0"/>
          </a:p>
          <a:p>
            <a:pPr marL="514350" indent="-514350" algn="just">
              <a:buFont typeface="+mj-lt"/>
              <a:buAutoNum type="arabicPeriod"/>
              <a:defRPr/>
            </a:pPr>
            <a:r>
              <a:rPr lang="en-US" dirty="0" smtClean="0"/>
              <a:t>F</a:t>
            </a:r>
            <a:r>
              <a:rPr lang="id-ID" dirty="0" smtClean="0"/>
              <a:t>ungsi dan grafik </a:t>
            </a:r>
            <a:endParaRPr lang="en-US" dirty="0" smtClean="0"/>
          </a:p>
          <a:p>
            <a:pPr marL="514350" indent="-514350" algn="just">
              <a:buFont typeface="+mj-lt"/>
              <a:buAutoNum type="arabicPeriod"/>
              <a:defRPr/>
            </a:pPr>
            <a:r>
              <a:rPr lang="en-US" dirty="0" smtClean="0"/>
              <a:t>L</a:t>
            </a:r>
            <a:r>
              <a:rPr lang="id-ID" dirty="0" smtClean="0"/>
              <a:t>imit dan kekontinuan</a:t>
            </a:r>
            <a:endParaRPr lang="en-US" dirty="0" smtClean="0"/>
          </a:p>
          <a:p>
            <a:pPr marL="514350" indent="-514350" algn="just">
              <a:buFont typeface="+mj-lt"/>
              <a:buAutoNum type="arabicPeriod"/>
              <a:defRPr/>
            </a:pPr>
            <a:r>
              <a:rPr lang="en-US" dirty="0" smtClean="0"/>
              <a:t>T</a:t>
            </a:r>
            <a:r>
              <a:rPr lang="id-ID" dirty="0" smtClean="0"/>
              <a:t>urunan</a:t>
            </a:r>
            <a:r>
              <a:rPr lang="en-US" dirty="0" smtClean="0"/>
              <a:t> &amp; p</a:t>
            </a:r>
            <a:r>
              <a:rPr lang="id-ID" dirty="0" smtClean="0"/>
              <a:t>enerapan</a:t>
            </a:r>
            <a:r>
              <a:rPr lang="en-US" dirty="0" err="1" smtClean="0"/>
              <a:t>nya</a:t>
            </a:r>
            <a:endParaRPr lang="id-ID" dirty="0" smtClean="0"/>
          </a:p>
          <a:p>
            <a:pPr marL="514350" indent="-514350" algn="just">
              <a:buFont typeface="+mj-lt"/>
              <a:buAutoNum type="arabicPeriod"/>
              <a:defRPr/>
            </a:pPr>
            <a:r>
              <a:rPr lang="id-ID" dirty="0" smtClean="0"/>
              <a:t>Konsep Integral </a:t>
            </a:r>
            <a:endParaRPr lang="en-US" dirty="0" smtClean="0"/>
          </a:p>
          <a:p>
            <a:pPr marL="0" indent="0" algn="just">
              <a:buNone/>
              <a:defRPr/>
            </a:pPr>
            <a:endParaRPr lang="en-US" altLang="en-US" dirty="0" smtClean="0"/>
          </a:p>
          <a:p>
            <a:pPr marL="0" indent="0" algn="just">
              <a:buFont typeface="Arial" panose="020B0604020202020204" pitchFamily="34" charset="0"/>
              <a:buNone/>
            </a:pPr>
            <a:endParaRPr lang="en-US" dirty="0"/>
          </a:p>
        </p:txBody>
      </p:sp>
    </p:spTree>
    <p:extLst>
      <p:ext uri="{BB962C8B-B14F-4D97-AF65-F5344CB8AC3E}">
        <p14:creationId xmlns:p14="http://schemas.microsoft.com/office/powerpoint/2010/main" val="11051058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Daftar Referensi</a:t>
            </a:r>
            <a:endParaRPr lang="en-US" dirty="0"/>
          </a:p>
        </p:txBody>
      </p:sp>
      <p:sp>
        <p:nvSpPr>
          <p:cNvPr id="3" name="Content Placeholder 2"/>
          <p:cNvSpPr>
            <a:spLocks noGrp="1"/>
          </p:cNvSpPr>
          <p:nvPr>
            <p:ph idx="1"/>
          </p:nvPr>
        </p:nvSpPr>
        <p:spPr/>
        <p:txBody>
          <a:bodyPr/>
          <a:lstStyle/>
          <a:p>
            <a:pPr lvl="0" algn="just"/>
            <a:r>
              <a:rPr lang="en-US" dirty="0" err="1" smtClean="0"/>
              <a:t>Varberg</a:t>
            </a:r>
            <a:r>
              <a:rPr lang="en-US" dirty="0"/>
              <a:t>, D., Purcell, </a:t>
            </a:r>
            <a:r>
              <a:rPr lang="en-US" dirty="0" err="1"/>
              <a:t>Ej</a:t>
            </a:r>
            <a:r>
              <a:rPr lang="en-US" dirty="0"/>
              <a:t>., and </a:t>
            </a:r>
            <a:r>
              <a:rPr lang="en-US" dirty="0" err="1"/>
              <a:t>Rigdon</a:t>
            </a:r>
            <a:r>
              <a:rPr lang="en-US" dirty="0"/>
              <a:t>, S. E. "Calculus (The Ninth Edition)", The China Machine Press, 2009. </a:t>
            </a:r>
            <a:endParaRPr lang="id-ID" dirty="0"/>
          </a:p>
          <a:p>
            <a:pPr lvl="0" algn="just"/>
            <a:r>
              <a:rPr lang="en-US" dirty="0" err="1"/>
              <a:t>Strang</a:t>
            </a:r>
            <a:r>
              <a:rPr lang="en-US" dirty="0"/>
              <a:t>, Gilbert. Calculus. Wellesley Cambridge Press.  J.H. </a:t>
            </a:r>
            <a:r>
              <a:rPr lang="en-US" dirty="0" err="1"/>
              <a:t>Heinbockel</a:t>
            </a:r>
            <a:r>
              <a:rPr lang="en-US" dirty="0"/>
              <a:t>. Introduction to Calculus Volume I. Old Dominion University. 2012.</a:t>
            </a:r>
            <a:endParaRPr lang="id-ID" dirty="0"/>
          </a:p>
          <a:p>
            <a:pPr lvl="0" algn="just"/>
            <a:r>
              <a:rPr lang="en-US" dirty="0"/>
              <a:t>S.K. Chung. Understanding Basic Calculus. University of Hong Kong. 2007.</a:t>
            </a:r>
            <a:endParaRPr lang="id-ID" dirty="0"/>
          </a:p>
          <a:p>
            <a:pPr lvl="0" algn="just"/>
            <a:r>
              <a:rPr lang="en-US" dirty="0"/>
              <a:t>James, Stewart. Calculus (The Seventh Edition), United States of America. 2012.</a:t>
            </a:r>
            <a:endParaRPr lang="id-ID" dirty="0"/>
          </a:p>
        </p:txBody>
      </p:sp>
    </p:spTree>
    <p:extLst>
      <p:ext uri="{BB962C8B-B14F-4D97-AF65-F5344CB8AC3E}">
        <p14:creationId xmlns:p14="http://schemas.microsoft.com/office/powerpoint/2010/main" val="134891958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711335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1376</TotalTime>
  <Words>594</Words>
  <Application>Microsoft Office PowerPoint</Application>
  <PresentationFormat>Widescreen</PresentationFormat>
  <Paragraphs>92</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Arial Rounded MT Bold</vt:lpstr>
      <vt:lpstr>Calibri</vt:lpstr>
      <vt:lpstr>Calibri Light</vt:lpstr>
      <vt:lpstr>Office Theme</vt:lpstr>
      <vt:lpstr>PowerPoint Presentation</vt:lpstr>
      <vt:lpstr>KALKULUS DASAR</vt:lpstr>
      <vt:lpstr>Profil Dosen</vt:lpstr>
      <vt:lpstr>Bobot Nilai</vt:lpstr>
      <vt:lpstr>Kontrak Belajar</vt:lpstr>
      <vt:lpstr>Deskripsi Mata Kuliah</vt:lpstr>
      <vt:lpstr>Capaian Pembelajaran Lulusan (CPL)</vt:lpstr>
      <vt:lpstr>Capaian Pembelajaran Lulusan (CPL)</vt:lpstr>
      <vt:lpstr>Capaian Pembelajaran Mata Kuliah (CPMK)</vt:lpstr>
      <vt:lpstr>Tentang Kalkulus</vt:lpstr>
      <vt:lpstr>Konsep</vt:lpstr>
      <vt:lpstr>Materi</vt:lpstr>
      <vt:lpstr>Daftar Referensi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Aulia Hamdi</dc:creator>
  <cp:lastModifiedBy>Khairunnisak Nur Isnaini</cp:lastModifiedBy>
  <cp:revision>73</cp:revision>
  <dcterms:created xsi:type="dcterms:W3CDTF">2021-08-16T08:18:43Z</dcterms:created>
  <dcterms:modified xsi:type="dcterms:W3CDTF">2021-09-26T13:22:30Z</dcterms:modified>
</cp:coreProperties>
</file>