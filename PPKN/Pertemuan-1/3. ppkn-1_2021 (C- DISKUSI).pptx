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379" r:id="rId2"/>
    <p:sldId id="516" r:id="rId3"/>
    <p:sldId id="512" r:id="rId4"/>
    <p:sldId id="513" r:id="rId5"/>
  </p:sldIdLst>
  <p:sldSz cx="9144000" cy="6858000" type="screen4x3"/>
  <p:notesSz cx="6858000" cy="931386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421C5E"/>
    <a:srgbClr val="8B8BFF"/>
    <a:srgbClr val="ED9513"/>
    <a:srgbClr val="005024"/>
    <a:srgbClr val="005C2A"/>
    <a:srgbClr val="210E30"/>
    <a:srgbClr val="C0BC00"/>
    <a:srgbClr val="B3B3FF"/>
    <a:srgbClr val="4B4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3" autoAdjust="0"/>
    <p:restoredTop sz="48403" autoAdjust="0"/>
  </p:normalViewPr>
  <p:slideViewPr>
    <p:cSldViewPr>
      <p:cViewPr>
        <p:scale>
          <a:sx n="90" d="100"/>
          <a:sy n="90" d="100"/>
        </p:scale>
        <p:origin x="-1218" y="-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6680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6680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9CD72A1E-A15A-4353-B246-653D9C25F163}" type="datetimeFigureOut">
              <a:rPr lang="en-US" altLang="en-US"/>
              <a:pPr>
                <a:defRPr/>
              </a:pPr>
              <a:t>9/28/2021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5568"/>
            <a:ext cx="2971800" cy="46680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45568"/>
            <a:ext cx="2971800" cy="46680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5C1E8C60-3F71-421E-A4EE-424BF4405625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30000168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532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532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9E1AFF8A-3052-4760-8568-6E84C042C774}" type="datetimeFigureOut">
              <a:rPr lang="en-US" altLang="en-US"/>
              <a:pPr>
                <a:defRPr/>
              </a:pPr>
              <a:t>9/28/2021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00138" y="698500"/>
            <a:ext cx="4657725" cy="3494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24271"/>
            <a:ext cx="5486400" cy="41908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7055"/>
            <a:ext cx="2971800" cy="465321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47055"/>
            <a:ext cx="2971800" cy="465321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37130AD5-259B-40C9-978B-C5B432313C84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178569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6EFD006F-BA2B-4036-9983-0DB916E9F0FA}" type="slidenum">
              <a:rPr lang="en-US" altLang="id-ID" smtClean="0">
                <a:latin typeface="Calibri" pitchFamily="34" charset="0"/>
              </a:rPr>
              <a:pPr/>
              <a:t>2</a:t>
            </a:fld>
            <a:endParaRPr lang="en-US" altLang="id-ID" dirty="0" smtClean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223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6EFD006F-BA2B-4036-9983-0DB916E9F0FA}" type="slidenum">
              <a:rPr lang="en-US" altLang="id-ID" smtClean="0">
                <a:latin typeface="Calibri" pitchFamily="34" charset="0"/>
              </a:rPr>
              <a:pPr/>
              <a:t>3</a:t>
            </a:fld>
            <a:endParaRPr lang="en-US" altLang="id-ID" dirty="0" smtClean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223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6EFD006F-BA2B-4036-9983-0DB916E9F0FA}" type="slidenum">
              <a:rPr lang="en-US" altLang="id-ID" smtClean="0">
                <a:latin typeface="Calibri" pitchFamily="34" charset="0"/>
              </a:rPr>
              <a:pPr/>
              <a:t>4</a:t>
            </a:fld>
            <a:endParaRPr lang="en-US" altLang="id-ID" dirty="0" smtClean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223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D45937-C7CA-4F43-83BE-69F46718CB32}" type="datetimeFigureOut">
              <a:rPr lang="en-US" altLang="en-US"/>
              <a:pPr>
                <a:defRPr/>
              </a:pPr>
              <a:t>9/28/2021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FFF348-963D-4164-9152-D65B6290086E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59321354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08CFFF-BF18-47CE-8FE0-29A8CF424B5E}" type="datetimeFigureOut">
              <a:rPr lang="en-US" altLang="en-US"/>
              <a:pPr>
                <a:defRPr/>
              </a:pPr>
              <a:t>9/28/2021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0A8C3A-1E2B-4E8A-BD92-C6787644AFA8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48684763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2895BA-9421-45D5-B610-B6A27539BE30}" type="datetimeFigureOut">
              <a:rPr lang="en-US" altLang="en-US"/>
              <a:pPr>
                <a:defRPr/>
              </a:pPr>
              <a:t>9/28/2021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38B6A2-E6F9-40CD-B31D-2A7ACBE02886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57812346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54B61-BE65-4A35-9BD9-BBA2DBF74D4C}" type="datetimeFigureOut">
              <a:rPr lang="en-US" altLang="en-US"/>
              <a:pPr>
                <a:defRPr/>
              </a:pPr>
              <a:t>9/28/2021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5D5430-D0C4-41B6-9ABA-03BFFAC83227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79879997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092A6-F8B3-4094-8B0A-3B3956C86E71}" type="datetimeFigureOut">
              <a:rPr lang="en-US" altLang="en-US"/>
              <a:pPr>
                <a:defRPr/>
              </a:pPr>
              <a:t>9/28/2021</a:t>
            </a:fld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ACA513-7E7B-4F4D-9947-33236A2C4972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03438672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9BFEFC-794E-47BB-9E24-34139C148C02}" type="datetimeFigureOut">
              <a:rPr lang="en-US" altLang="en-US"/>
              <a:pPr>
                <a:defRPr/>
              </a:pPr>
              <a:t>9/28/2021</a:t>
            </a:fld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54BA47-9E02-415B-94B8-78D7CDF49CFE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353420375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47CCD9-9E09-4C0E-A910-0406E3B646DE}" type="datetimeFigureOut">
              <a:rPr lang="en-US" altLang="en-US"/>
              <a:pPr>
                <a:defRPr/>
              </a:pPr>
              <a:t>9/28/2021</a:t>
            </a:fld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7B9C7D-CD75-47CA-A688-C20D95AB6A2F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07893534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23CEAF-6C76-4AAD-8E10-CB64E678BE4D}" type="datetimeFigureOut">
              <a:rPr lang="en-US" altLang="en-US"/>
              <a:pPr>
                <a:defRPr/>
              </a:pPr>
              <a:t>9/28/2021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65C468-A786-43D6-9722-840F1A28811D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378379201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32EE35-9C35-4128-84DF-222ED950306D}" type="datetimeFigureOut">
              <a:rPr lang="en-US" altLang="en-US"/>
              <a:pPr>
                <a:defRPr/>
              </a:pPr>
              <a:t>9/28/2021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C9A7B2-7899-4D89-B82A-224B7D606073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19590820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9A5354-BF8A-4B40-8A86-2AA70411B717}" type="datetimeFigureOut">
              <a:rPr lang="en-US" altLang="en-US"/>
              <a:pPr>
                <a:defRPr/>
              </a:pPr>
              <a:t>9/28/2021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661A0B-C309-46D2-AF15-045986B03DAC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1006596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EF8C53-3D6C-476B-88E9-E76080626783}" type="datetimeFigureOut">
              <a:rPr lang="en-US" altLang="en-US"/>
              <a:pPr>
                <a:defRPr/>
              </a:pPr>
              <a:t>9/28/2021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B3657B-1F74-49FD-A38F-CD3CAD54FE78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47943346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30">
          <a:fgClr>
            <a:schemeClr val="bg2">
              <a:lumMod val="75000"/>
            </a:schemeClr>
          </a:fgClr>
          <a:bgClr>
            <a:schemeClr val="bg2">
              <a:lumMod val="1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d-ID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d-ID" smtClean="0"/>
              <a:t>Click to edit Master text styles</a:t>
            </a:r>
          </a:p>
          <a:p>
            <a:pPr lvl="1"/>
            <a:r>
              <a:rPr lang="en-US" altLang="id-ID" smtClean="0"/>
              <a:t>Second level</a:t>
            </a:r>
          </a:p>
          <a:p>
            <a:pPr lvl="2"/>
            <a:r>
              <a:rPr lang="en-US" altLang="id-ID" smtClean="0"/>
              <a:t>Third level</a:t>
            </a:r>
          </a:p>
          <a:p>
            <a:pPr lvl="3"/>
            <a:r>
              <a:rPr lang="en-US" altLang="id-ID" smtClean="0"/>
              <a:t>Fourth level</a:t>
            </a:r>
          </a:p>
          <a:p>
            <a:pPr lvl="4"/>
            <a:r>
              <a:rPr lang="en-US" altLang="id-ID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93414F5D-E921-4DF8-A0B8-3BBB76D65E32}" type="datetimeFigureOut">
              <a:rPr lang="en-US" altLang="en-US"/>
              <a:pPr>
                <a:defRPr/>
              </a:pPr>
              <a:t>9/28/2021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261D0A8B-D8C4-47E4-9E91-00D3B1C15112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30">
          <a:fgClr>
            <a:srgbClr val="210E30"/>
          </a:fgClr>
          <a:bgClr>
            <a:schemeClr val="tx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4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421C5E"/>
          </a:solidFill>
          <a:ln>
            <a:solidFill>
              <a:srgbClr val="421C5E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1" name="Frame 10"/>
          <p:cNvSpPr/>
          <p:nvPr/>
        </p:nvSpPr>
        <p:spPr>
          <a:xfrm>
            <a:off x="415718" y="188640"/>
            <a:ext cx="8286808" cy="2143140"/>
          </a:xfrm>
          <a:prstGeom prst="frame">
            <a:avLst>
              <a:gd name="adj1" fmla="val 1837"/>
            </a:avLst>
          </a:prstGeom>
          <a:solidFill>
            <a:srgbClr val="421C5E"/>
          </a:solidFill>
          <a:ln>
            <a:solidFill>
              <a:srgbClr val="421C5E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ln w="9525">
                <a:solidFill>
                  <a:schemeClr val="tx1"/>
                </a:solidFill>
              </a:ln>
              <a:solidFill>
                <a:schemeClr val="tx1"/>
              </a:solidFill>
              <a:latin typeface="Arial Narrow" pitchFamily="34" charset="0"/>
              <a:cs typeface="Arial" charset="0"/>
            </a:endParaRPr>
          </a:p>
        </p:txBody>
      </p:sp>
      <p:sp>
        <p:nvSpPr>
          <p:cNvPr id="28" name="Rounded Rectangle 27"/>
          <p:cNvSpPr>
            <a:spLocks noChangeArrowheads="1"/>
          </p:cNvSpPr>
          <p:nvPr/>
        </p:nvSpPr>
        <p:spPr bwMode="auto">
          <a:xfrm>
            <a:off x="8574500" y="6435126"/>
            <a:ext cx="428625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id-ID" alt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</a:t>
            </a:r>
            <a:endParaRPr lang="en-US" altLang="en-US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33" name="Frame 32"/>
          <p:cNvSpPr/>
          <p:nvPr/>
        </p:nvSpPr>
        <p:spPr>
          <a:xfrm>
            <a:off x="421294" y="2636912"/>
            <a:ext cx="8286808" cy="3785933"/>
          </a:xfrm>
          <a:prstGeom prst="frame">
            <a:avLst>
              <a:gd name="adj1" fmla="val 1191"/>
            </a:avLst>
          </a:prstGeom>
          <a:solidFill>
            <a:srgbClr val="421C5E"/>
          </a:solidFill>
          <a:ln>
            <a:solidFill>
              <a:srgbClr val="421C5E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latin typeface="Arial Narrow" pitchFamily="34" charset="0"/>
              <a:cs typeface="Arial" charset="0"/>
            </a:endParaRPr>
          </a:p>
        </p:txBody>
      </p:sp>
      <p:sp>
        <p:nvSpPr>
          <p:cNvPr id="29" name="WordArt 2"/>
          <p:cNvSpPr>
            <a:spLocks noChangeArrowheads="1" noChangeShapeType="1" noTextEdit="1"/>
          </p:cNvSpPr>
          <p:nvPr/>
        </p:nvSpPr>
        <p:spPr bwMode="auto">
          <a:xfrm>
            <a:off x="899592" y="3212976"/>
            <a:ext cx="7344816" cy="115212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id-ID" sz="3600" b="1" kern="10" dirty="0" smtClean="0">
                <a:ln w="11430">
                  <a:solidFill>
                    <a:srgbClr val="FFC000"/>
                  </a:solidFill>
                </a:ln>
                <a:solidFill>
                  <a:srgbClr val="461F63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Stencil" pitchFamily="82" charset="0"/>
              </a:rPr>
              <a:t>PPKN</a:t>
            </a:r>
            <a:endParaRPr lang="en-US" sz="3600" b="1" kern="10" dirty="0">
              <a:ln w="11430">
                <a:solidFill>
                  <a:srgbClr val="FFC000"/>
                </a:solidFill>
              </a:ln>
              <a:solidFill>
                <a:srgbClr val="461F63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Stencil" pitchFamily="82" charset="0"/>
            </a:endParaRPr>
          </a:p>
        </p:txBody>
      </p:sp>
      <p:sp>
        <p:nvSpPr>
          <p:cNvPr id="34" name="WordArt 2"/>
          <p:cNvSpPr>
            <a:spLocks noChangeArrowheads="1" noChangeShapeType="1" noTextEdit="1"/>
          </p:cNvSpPr>
          <p:nvPr/>
        </p:nvSpPr>
        <p:spPr bwMode="auto">
          <a:xfrm>
            <a:off x="899592" y="4488860"/>
            <a:ext cx="7344816" cy="3803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rtl="0"/>
            <a:r>
              <a:rPr lang="id-ID" sz="3600" b="1" kern="10" spc="0" dirty="0" smtClean="0">
                <a:ln w="28575">
                  <a:noFill/>
                  <a:round/>
                  <a:headEnd/>
                  <a:tailEnd/>
                </a:ln>
                <a:solidFill>
                  <a:srgbClr val="FFC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Pendidikan Pancasila dan Kewarganegaraan</a:t>
            </a:r>
            <a:endParaRPr lang="en-US" sz="3600" b="1" kern="10" spc="0" dirty="0">
              <a:ln w="28575">
                <a:noFill/>
                <a:round/>
                <a:headEnd/>
                <a:tailEnd/>
              </a:ln>
              <a:solidFill>
                <a:srgbClr val="FFC000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411760" y="4797152"/>
            <a:ext cx="42800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>
                <a:solidFill>
                  <a:srgbClr val="B888DC"/>
                </a:solidFill>
                <a:latin typeface="Franklin Gothic Demi Cond" pitchFamily="34" charset="0"/>
              </a:rPr>
              <a:t>Tahun Akademik </a:t>
            </a:r>
            <a:r>
              <a:rPr lang="id-ID" dirty="0" smtClean="0">
                <a:solidFill>
                  <a:srgbClr val="B888DC"/>
                </a:solidFill>
                <a:latin typeface="Franklin Gothic Demi Cond" pitchFamily="34" charset="0"/>
              </a:rPr>
              <a:t>20</a:t>
            </a:r>
            <a:r>
              <a:rPr lang="en-US" dirty="0" smtClean="0">
                <a:solidFill>
                  <a:srgbClr val="B888DC"/>
                </a:solidFill>
                <a:latin typeface="Franklin Gothic Demi Cond" pitchFamily="34" charset="0"/>
              </a:rPr>
              <a:t>21</a:t>
            </a:r>
            <a:r>
              <a:rPr lang="id-ID" dirty="0" smtClean="0">
                <a:solidFill>
                  <a:srgbClr val="B888DC"/>
                </a:solidFill>
                <a:latin typeface="Franklin Gothic Demi Cond" pitchFamily="34" charset="0"/>
              </a:rPr>
              <a:t>/202</a:t>
            </a:r>
            <a:r>
              <a:rPr lang="en-US" dirty="0" smtClean="0">
                <a:solidFill>
                  <a:srgbClr val="B888DC"/>
                </a:solidFill>
                <a:latin typeface="Franklin Gothic Demi Cond" pitchFamily="34" charset="0"/>
              </a:rPr>
              <a:t>2</a:t>
            </a:r>
            <a:r>
              <a:rPr lang="id-ID" dirty="0" smtClean="0">
                <a:solidFill>
                  <a:srgbClr val="B888DC"/>
                </a:solidFill>
                <a:latin typeface="Franklin Gothic Demi Cond" pitchFamily="34" charset="0"/>
              </a:rPr>
              <a:t> </a:t>
            </a:r>
            <a:r>
              <a:rPr lang="id-ID" dirty="0">
                <a:solidFill>
                  <a:srgbClr val="B888DC"/>
                </a:solidFill>
                <a:latin typeface="Franklin Gothic Demi Cond" pitchFamily="34" charset="0"/>
              </a:rPr>
              <a:t>Semester Ganjil</a:t>
            </a:r>
          </a:p>
        </p:txBody>
      </p:sp>
      <p:pic>
        <p:nvPicPr>
          <p:cNvPr id="3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9" y="468122"/>
            <a:ext cx="2736304" cy="1584176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475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30">
          <a:fgClr>
            <a:schemeClr val="bg1"/>
          </a:fgClr>
          <a:bgClr>
            <a:schemeClr val="tx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5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 dirty="0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37" name="Rounded Rectangle 36"/>
          <p:cNvSpPr>
            <a:spLocks noChangeArrowheads="1"/>
          </p:cNvSpPr>
          <p:nvPr/>
        </p:nvSpPr>
        <p:spPr bwMode="auto">
          <a:xfrm>
            <a:off x="8574500" y="6435126"/>
            <a:ext cx="428625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sz="1600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17</a:t>
            </a:r>
            <a:endParaRPr lang="en-US" altLang="en-US" sz="1600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2316" y="692695"/>
            <a:ext cx="699589" cy="637703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 smtClean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C</a:t>
            </a:r>
            <a:endParaRPr lang="en-US" sz="3600" b="1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525449" y="692696"/>
            <a:ext cx="5040560" cy="637703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50" dirty="0" smtClean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D I S K U S I</a:t>
            </a:r>
            <a:endParaRPr lang="en-US" sz="3600" b="1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525449" y="1484784"/>
            <a:ext cx="5040560" cy="637703"/>
          </a:xfrm>
          <a:prstGeom prst="roundRect">
            <a:avLst>
              <a:gd name="adj" fmla="val 1416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50" dirty="0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KETENTUAN </a:t>
            </a:r>
            <a:endParaRPr lang="en-US" sz="3600" b="1" spc="50" dirty="0">
              <a:ln w="11430"/>
              <a:solidFill>
                <a:srgbClr val="421C5E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lin Sans FB Demi" pitchFamily="34" charset="0"/>
            </a:endParaRPr>
          </a:p>
        </p:txBody>
      </p:sp>
      <p:sp>
        <p:nvSpPr>
          <p:cNvPr id="11" name="Oval 10"/>
          <p:cNvSpPr/>
          <p:nvPr/>
        </p:nvSpPr>
        <p:spPr>
          <a:xfrm flipH="1">
            <a:off x="1664122" y="2069904"/>
            <a:ext cx="402995" cy="39798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12" name="Oval 11"/>
          <p:cNvSpPr/>
          <p:nvPr/>
        </p:nvSpPr>
        <p:spPr>
          <a:xfrm flipH="1">
            <a:off x="1653489" y="2564904"/>
            <a:ext cx="402995" cy="39798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13" name="Oval 12"/>
          <p:cNvSpPr/>
          <p:nvPr/>
        </p:nvSpPr>
        <p:spPr>
          <a:xfrm flipH="1">
            <a:off x="1653489" y="3068960"/>
            <a:ext cx="402995" cy="39798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14" name="Oval 13"/>
          <p:cNvSpPr/>
          <p:nvPr/>
        </p:nvSpPr>
        <p:spPr>
          <a:xfrm flipH="1">
            <a:off x="1653489" y="5266264"/>
            <a:ext cx="402995" cy="39798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20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15" name="Oval 14"/>
          <p:cNvSpPr/>
          <p:nvPr/>
        </p:nvSpPr>
        <p:spPr>
          <a:xfrm flipH="1">
            <a:off x="1653489" y="6271371"/>
            <a:ext cx="402995" cy="39798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20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110672" y="1988840"/>
            <a:ext cx="6463828" cy="424799"/>
          </a:xfrm>
          <a:prstGeom prst="roundRect">
            <a:avLst>
              <a:gd name="adj" fmla="val 1416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Buatlah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kelompok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dg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anggota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5 – 10 orang</a:t>
            </a:r>
            <a:endParaRPr lang="en-US" sz="2400" b="1" spc="50" dirty="0">
              <a:ln w="11430"/>
              <a:solidFill>
                <a:sysClr val="windowText" lastClr="0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lin Sans FB Demi" pitchFamily="3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113095" y="2500145"/>
            <a:ext cx="6463828" cy="424799"/>
          </a:xfrm>
          <a:prstGeom prst="roundRect">
            <a:avLst>
              <a:gd name="adj" fmla="val 1416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Tunjuk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Ketua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Kelompok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dan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Sekretaris</a:t>
            </a:r>
            <a:endParaRPr lang="en-US" sz="2400" b="1" spc="50" dirty="0">
              <a:ln w="11430"/>
              <a:solidFill>
                <a:sysClr val="windowText" lastClr="0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lin Sans FB Demi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113095" y="2996952"/>
            <a:ext cx="6463828" cy="1216278"/>
          </a:xfrm>
          <a:prstGeom prst="roundRect">
            <a:avLst>
              <a:gd name="adj" fmla="val 579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Hasil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diskusi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ditulis</a:t>
            </a:r>
            <a:r>
              <a:rPr lang="en-US" sz="20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tangan</a:t>
            </a:r>
            <a:r>
              <a:rPr lang="en-US" sz="20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PERORANGAN </a:t>
            </a:r>
            <a:r>
              <a:rPr lang="en-US" sz="2000" b="1" spc="50" dirty="0" err="1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dikirim</a:t>
            </a:r>
            <a:r>
              <a:rPr lang="en-US" sz="2000" b="1" spc="50" dirty="0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ke</a:t>
            </a:r>
            <a:r>
              <a:rPr lang="en-US" sz="2000" b="1" spc="50" dirty="0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WA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grup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pada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akhir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waktu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kuliah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atau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paling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lambat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30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menit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sebelum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waktu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kuliah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PPKN (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sesuai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kelas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)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selesai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 </a:t>
            </a:r>
            <a:endParaRPr lang="en-US" sz="2400" b="1" spc="50" dirty="0">
              <a:ln w="11430"/>
              <a:solidFill>
                <a:sysClr val="windowText" lastClr="0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lin Sans FB Demi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113095" y="5266264"/>
            <a:ext cx="6463828" cy="851072"/>
          </a:xfrm>
          <a:prstGeom prst="roundRect">
            <a:avLst>
              <a:gd name="adj" fmla="val 1416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Ditulis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pula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nama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–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nama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anggota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kelompok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yg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lain</a:t>
            </a:r>
            <a:endParaRPr lang="en-US" sz="2000" b="1" spc="50" dirty="0">
              <a:ln w="11430"/>
              <a:solidFill>
                <a:sysClr val="windowText" lastClr="0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lin Sans FB Demi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118449" y="6153284"/>
            <a:ext cx="6463828" cy="516076"/>
          </a:xfrm>
          <a:prstGeom prst="roundRect">
            <a:avLst>
              <a:gd name="adj" fmla="val 1416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Selamat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berdiskusi</a:t>
            </a:r>
            <a:endParaRPr lang="en-US" sz="2000" b="1" spc="50" dirty="0">
              <a:ln w="11430"/>
              <a:solidFill>
                <a:sysClr val="windowText" lastClr="0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lin Sans FB Demi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 flipH="1">
            <a:off x="1184082" y="1671915"/>
            <a:ext cx="402995" cy="397989"/>
          </a:xfrm>
          <a:prstGeom prst="roundRect">
            <a:avLst/>
          </a:prstGeom>
          <a:solidFill>
            <a:srgbClr val="C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22" name="Oval 21"/>
          <p:cNvSpPr/>
          <p:nvPr/>
        </p:nvSpPr>
        <p:spPr>
          <a:xfrm flipH="1">
            <a:off x="1670414" y="4471171"/>
            <a:ext cx="402995" cy="39798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130020" y="4293096"/>
            <a:ext cx="6463828" cy="629581"/>
          </a:xfrm>
          <a:prstGeom prst="roundRect">
            <a:avLst>
              <a:gd name="adj" fmla="val 579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Lembar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hasil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dg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identitas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smtClean="0">
                <a:ln w="11430"/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NIM_NAMA_KELOMPOK</a:t>
            </a:r>
            <a:endParaRPr lang="en-US" sz="2400" b="1" spc="50" dirty="0">
              <a:ln w="11430"/>
              <a:solidFill>
                <a:sysClr val="windowText" lastClr="0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lin Sans FB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8479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/>
      <p:bldP spid="17" grpId="0"/>
      <p:bldP spid="18" grpId="0"/>
      <p:bldP spid="19" grpId="0"/>
      <p:bldP spid="20" grpId="0"/>
      <p:bldP spid="21" grpId="0" animBg="1"/>
      <p:bldP spid="22" grpId="0" animBg="1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30">
          <a:fgClr>
            <a:schemeClr val="bg1"/>
          </a:fgClr>
          <a:bgClr>
            <a:schemeClr val="tx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5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 dirty="0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37" name="Rounded Rectangle 36"/>
          <p:cNvSpPr>
            <a:spLocks noChangeArrowheads="1"/>
          </p:cNvSpPr>
          <p:nvPr/>
        </p:nvSpPr>
        <p:spPr bwMode="auto">
          <a:xfrm>
            <a:off x="8574500" y="6435126"/>
            <a:ext cx="428625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sz="1600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18</a:t>
            </a:r>
            <a:endParaRPr lang="en-US" altLang="en-US" sz="1600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525449" y="1124744"/>
            <a:ext cx="2254463" cy="792088"/>
          </a:xfrm>
          <a:prstGeom prst="roundRect">
            <a:avLst>
              <a:gd name="adj" fmla="val 1416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MATERI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TENTANG</a:t>
            </a:r>
            <a:r>
              <a:rPr lang="en-US" sz="32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endParaRPr lang="en-US" sz="3600" b="1" spc="50" dirty="0">
              <a:ln w="11430"/>
              <a:solidFill>
                <a:sysClr val="windowText" lastClr="0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lin Sans FB Demi" pitchFamily="34" charset="0"/>
            </a:endParaRPr>
          </a:p>
        </p:txBody>
      </p:sp>
      <p:sp>
        <p:nvSpPr>
          <p:cNvPr id="11" name="Oval 10"/>
          <p:cNvSpPr/>
          <p:nvPr/>
        </p:nvSpPr>
        <p:spPr>
          <a:xfrm flipH="1">
            <a:off x="1664122" y="2357936"/>
            <a:ext cx="402995" cy="39798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en-US" sz="24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1</a:t>
            </a:r>
            <a:endParaRPr lang="id-ID" altLang="en-US" sz="24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13" name="Oval 12"/>
          <p:cNvSpPr/>
          <p:nvPr/>
        </p:nvSpPr>
        <p:spPr>
          <a:xfrm flipH="1">
            <a:off x="1664121" y="3085989"/>
            <a:ext cx="402995" cy="39798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en-US" sz="24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2</a:t>
            </a:r>
            <a:endParaRPr lang="id-ID" altLang="en-US" sz="24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110672" y="2276872"/>
            <a:ext cx="6463828" cy="576064"/>
          </a:xfrm>
          <a:prstGeom prst="roundRect">
            <a:avLst>
              <a:gd name="adj" fmla="val 6783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just">
              <a:defRPr/>
            </a:pPr>
            <a:r>
              <a:rPr lang="en-US" sz="2000" b="1" dirty="0">
                <a:solidFill>
                  <a:srgbClr val="0000FF"/>
                </a:solidFill>
              </a:rPr>
              <a:t>RUMUSAN PANCASILA</a:t>
            </a:r>
            <a:r>
              <a:rPr lang="id-ID" sz="2000" b="1" dirty="0">
                <a:solidFill>
                  <a:srgbClr val="0000FF"/>
                </a:solidFill>
              </a:rPr>
              <a:t> </a:t>
            </a:r>
            <a:r>
              <a:rPr lang="en-US" sz="2000" b="1" dirty="0" smtClean="0">
                <a:solidFill>
                  <a:srgbClr val="0000FF"/>
                </a:solidFill>
              </a:rPr>
              <a:t>YG MANA, ATAU YG BERADA DIMANA </a:t>
            </a:r>
            <a:r>
              <a:rPr lang="id-ID" sz="2000" b="1" dirty="0" smtClean="0">
                <a:solidFill>
                  <a:srgbClr val="0000FF"/>
                </a:solidFill>
              </a:rPr>
              <a:t>YG BENAR</a:t>
            </a:r>
            <a:r>
              <a:rPr lang="en-US" sz="2000" b="1" dirty="0" smtClean="0">
                <a:solidFill>
                  <a:srgbClr val="0000FF"/>
                </a:solidFill>
              </a:rPr>
              <a:t> SEBAGAI </a:t>
            </a:r>
            <a:r>
              <a:rPr lang="en-US" sz="2000" b="1" dirty="0">
                <a:solidFill>
                  <a:srgbClr val="0000FF"/>
                </a:solidFill>
              </a:rPr>
              <a:t>DASAR </a:t>
            </a:r>
            <a:r>
              <a:rPr lang="en-US" sz="2000" b="1" dirty="0" smtClean="0">
                <a:solidFill>
                  <a:srgbClr val="0000FF"/>
                </a:solidFill>
              </a:rPr>
              <a:t>NEGARA ???</a:t>
            </a:r>
            <a:endParaRPr lang="en-US" sz="2000" b="1" dirty="0">
              <a:solidFill>
                <a:srgbClr val="0000FF"/>
              </a:solidFill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3203848" y="1124744"/>
            <a:ext cx="4320480" cy="814090"/>
            <a:chOff x="2483769" y="3914735"/>
            <a:chExt cx="5040560" cy="814090"/>
          </a:xfrm>
        </p:grpSpPr>
        <p:sp>
          <p:nvSpPr>
            <p:cNvPr id="22" name="Rectangle 3"/>
            <p:cNvSpPr>
              <a:spLocks noChangeArrowheads="1"/>
            </p:cNvSpPr>
            <p:nvPr/>
          </p:nvSpPr>
          <p:spPr bwMode="auto">
            <a:xfrm>
              <a:off x="2483769" y="3914735"/>
              <a:ext cx="5040560" cy="814090"/>
            </a:xfrm>
            <a:prstGeom prst="roundRect">
              <a:avLst>
                <a:gd name="adj" fmla="val 1050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rgbClr val="C00000"/>
              </a:solidFill>
              <a:headEnd/>
              <a:tailEnd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>
              <a:spAutoFit/>
              <a:sp3d extrusionH="57150">
                <a:bevelT w="38100" h="38100"/>
              </a:sp3d>
            </a:bodyPr>
            <a:lstStyle/>
            <a:p>
              <a:pPr algn="ctr" eaLnBrk="1" hangingPunct="1">
                <a:defRPr/>
              </a:pPr>
              <a:r>
                <a:rPr lang="en-US" sz="4400" dirty="0" smtClean="0">
                  <a:ln>
                    <a:solidFill>
                      <a:srgbClr val="C00000"/>
                    </a:solidFill>
                  </a:ln>
                  <a:solidFill>
                    <a:srgbClr val="C00000"/>
                  </a:solidFill>
                  <a:latin typeface="Stencil" pitchFamily="82" charset="0"/>
                  <a:cs typeface="Arial" pitchFamily="34" charset="0"/>
                </a:rPr>
                <a:t>    PANCASILA</a:t>
              </a:r>
              <a:endParaRPr lang="id-ID" sz="4400" dirty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Stencil" pitchFamily="82" charset="0"/>
                <a:cs typeface="Arial" pitchFamily="34" charset="0"/>
              </a:endParaRPr>
            </a:p>
          </p:txBody>
        </p:sp>
        <p:pic>
          <p:nvPicPr>
            <p:cNvPr id="23" name="Picture 2" descr="Makna Lambang Garuda Pancasila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46" r="3362"/>
            <a:stretch/>
          </p:blipFill>
          <p:spPr bwMode="auto">
            <a:xfrm>
              <a:off x="2673122" y="4033748"/>
              <a:ext cx="810756" cy="576064"/>
            </a:xfrm>
            <a:prstGeom prst="roundRect">
              <a:avLst>
                <a:gd name="adj" fmla="val 4282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Rounded Rectangle 23"/>
          <p:cNvSpPr/>
          <p:nvPr/>
        </p:nvSpPr>
        <p:spPr>
          <a:xfrm flipH="1">
            <a:off x="1134266" y="1133800"/>
            <a:ext cx="402995" cy="397989"/>
          </a:xfrm>
          <a:prstGeom prst="roundRect">
            <a:avLst/>
          </a:prstGeom>
          <a:solidFill>
            <a:srgbClr val="C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132174" y="2996952"/>
            <a:ext cx="6463828" cy="576064"/>
          </a:xfrm>
          <a:prstGeom prst="roundRect">
            <a:avLst>
              <a:gd name="adj" fmla="val 6783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just">
              <a:defRPr/>
            </a:pPr>
            <a:r>
              <a:rPr lang="en-US" sz="2000" b="1" dirty="0" smtClean="0">
                <a:solidFill>
                  <a:srgbClr val="0000FF"/>
                </a:solidFill>
              </a:rPr>
              <a:t>BAGAI MANA BUNYI TEKS PANCASILA, TULISKAN !!!</a:t>
            </a:r>
            <a:endParaRPr lang="en-US" sz="2000" b="1" dirty="0">
              <a:solidFill>
                <a:srgbClr val="0000FF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 flipH="1">
            <a:off x="1664121" y="3734061"/>
            <a:ext cx="402995" cy="39798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en-US" sz="2400" b="1" dirty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3</a:t>
            </a:r>
            <a:endParaRPr lang="id-ID" altLang="en-US" sz="24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132174" y="3645024"/>
            <a:ext cx="6463828" cy="576064"/>
          </a:xfrm>
          <a:prstGeom prst="roundRect">
            <a:avLst>
              <a:gd name="adj" fmla="val 6783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just">
              <a:defRPr/>
            </a:pPr>
            <a:r>
              <a:rPr lang="en-US" sz="2000" b="1" dirty="0" smtClean="0">
                <a:solidFill>
                  <a:srgbClr val="0000FF"/>
                </a:solidFill>
              </a:rPr>
              <a:t>APA NILAI YANG TERKANDUNG DALAM TIAP </a:t>
            </a:r>
            <a:r>
              <a:rPr lang="en-US" sz="2000" b="1" dirty="0" err="1" smtClean="0">
                <a:solidFill>
                  <a:srgbClr val="0000FF"/>
                </a:solidFill>
              </a:rPr>
              <a:t>TIAP</a:t>
            </a:r>
            <a:r>
              <a:rPr lang="en-US" sz="2000" b="1" dirty="0" smtClean="0">
                <a:solidFill>
                  <a:srgbClr val="0000FF"/>
                </a:solidFill>
              </a:rPr>
              <a:t> SILA ?</a:t>
            </a:r>
            <a:endParaRPr lang="en-US" sz="20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28852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3" grpId="0" animBg="1"/>
      <p:bldP spid="16" grpId="0"/>
      <p:bldP spid="24" grpId="0" animBg="1"/>
      <p:bldP spid="25" grpId="0"/>
      <p:bldP spid="15" grpId="0" animBg="1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30">
          <a:fgClr>
            <a:schemeClr val="bg1"/>
          </a:fgClr>
          <a:bgClr>
            <a:schemeClr val="tx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5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 dirty="0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37" name="Rounded Rectangle 36"/>
          <p:cNvSpPr>
            <a:spLocks noChangeArrowheads="1"/>
          </p:cNvSpPr>
          <p:nvPr/>
        </p:nvSpPr>
        <p:spPr bwMode="auto">
          <a:xfrm>
            <a:off x="8574500" y="6435126"/>
            <a:ext cx="428625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sz="1600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19</a:t>
            </a:r>
            <a:endParaRPr lang="en-US" altLang="en-US" sz="1600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543054" y="2636912"/>
            <a:ext cx="5256584" cy="792088"/>
          </a:xfrm>
          <a:prstGeom prst="roundRect">
            <a:avLst>
              <a:gd name="adj" fmla="val 1416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50" dirty="0" smtClean="0">
                <a:ln w="11430"/>
                <a:solidFill>
                  <a:srgbClr val="00502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TERIMA KASIH</a:t>
            </a:r>
            <a:endParaRPr lang="en-US" sz="3600" b="1" spc="50" dirty="0">
              <a:ln w="11430"/>
              <a:solidFill>
                <a:srgbClr val="005024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lin Sans FB Demi" pitchFamily="34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 flipH="1">
            <a:off x="1134266" y="2833962"/>
            <a:ext cx="402995" cy="397989"/>
          </a:xfrm>
          <a:prstGeom prst="roundRect">
            <a:avLst/>
          </a:prstGeom>
          <a:solidFill>
            <a:srgbClr val="C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3754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8532</TotalTime>
  <Words>126</Words>
  <Application>Microsoft Office PowerPoint</Application>
  <PresentationFormat>On-screen Show (4:3)</PresentationFormat>
  <Paragraphs>29</Paragraphs>
  <Slides>4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tantular</cp:lastModifiedBy>
  <cp:revision>785</cp:revision>
  <cp:lastPrinted>2021-09-15T14:36:00Z</cp:lastPrinted>
  <dcterms:created xsi:type="dcterms:W3CDTF">2017-12-16T16:52:32Z</dcterms:created>
  <dcterms:modified xsi:type="dcterms:W3CDTF">2021-09-28T06:36:41Z</dcterms:modified>
</cp:coreProperties>
</file>